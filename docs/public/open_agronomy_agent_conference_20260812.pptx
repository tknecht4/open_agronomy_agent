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55e43ce65e4cbf" /><Relationship Type="http://schemas.openxmlformats.org/officeDocument/2006/relationships/extended-properties" Target="/docProps/app.xml" Id="Ref8d2be447274c67" /><Relationship Type="http://schemas.openxmlformats.org/officeDocument/2006/relationships/officeDocument" Target="/ppt/presentation.xml" Id="R6b185be0f85e4102" /></Relationships>
</file>

<file path=ppt/presentation.xml><?xml version="1.0" encoding="utf-8"?>
<p:presentation xmlns:p="http://schemas.openxmlformats.org/presentationml/2006/main">
  <p:sldMasterIdLst>
    <p:sldMasterId xmlns:r="http://schemas.openxmlformats.org/officeDocument/2006/relationships" id="2147483648" r:id="R817b14920f5047f9"/>
  </p:sldMasterIdLst>
  <p:notesMasterIdLst>
    <p:notesMasterId xmlns:r="http://schemas.openxmlformats.org/officeDocument/2006/relationships" r:id="R44cf630c09f14a17"/>
  </p:notesMasterIdLst>
  <p:sldIdLst>
    <p:sldId xmlns:r="http://schemas.openxmlformats.org/officeDocument/2006/relationships" id="256" r:id="R7e6dd88c6e7b4a5a"/>
    <p:sldId xmlns:r="http://schemas.openxmlformats.org/officeDocument/2006/relationships" id="257" r:id="Re8ecef6623734e70"/>
    <p:sldId xmlns:r="http://schemas.openxmlformats.org/officeDocument/2006/relationships" id="258" r:id="R37bc8c8d59e349a6"/>
    <p:sldId xmlns:r="http://schemas.openxmlformats.org/officeDocument/2006/relationships" id="259" r:id="R9474abe554a14eb1"/>
    <p:sldId xmlns:r="http://schemas.openxmlformats.org/officeDocument/2006/relationships" id="260" r:id="R43650ecbb0f848fc"/>
    <p:sldId xmlns:r="http://schemas.openxmlformats.org/officeDocument/2006/relationships" id="261" r:id="R02355146997044fb"/>
    <p:sldId xmlns:r="http://schemas.openxmlformats.org/officeDocument/2006/relationships" id="262" r:id="R488264a6c0ce4919"/>
    <p:sldId xmlns:r="http://schemas.openxmlformats.org/officeDocument/2006/relationships" id="263" r:id="Re737ff7b652f49d1"/>
    <p:sldId xmlns:r="http://schemas.openxmlformats.org/officeDocument/2006/relationships" id="264" r:id="Re483da9113df4d7c"/>
    <p:sldId xmlns:r="http://schemas.openxmlformats.org/officeDocument/2006/relationships" id="265" r:id="R472efe2a03394b76"/>
    <p:sldId xmlns:r="http://schemas.openxmlformats.org/officeDocument/2006/relationships" id="266" r:id="R6ca4d35dced14390"/>
    <p:sldId xmlns:r="http://schemas.openxmlformats.org/officeDocument/2006/relationships" id="267" r:id="Ref84ee2a27a7444e"/>
    <p:sldId xmlns:r="http://schemas.openxmlformats.org/officeDocument/2006/relationships" id="268" r:id="R30487172ac3544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9c4d87057247e0" /><Relationship Type="http://schemas.openxmlformats.org/officeDocument/2006/relationships/slideMaster" Target="/ppt/slideMasters/slideMaster1.xml" Id="R817b14920f5047f9" /><Relationship Type="http://schemas.openxmlformats.org/officeDocument/2006/relationships/notesMaster" Target="/ppt/notesMasters/notesMaster1.xml" Id="R44cf630c09f14a17" /><Relationship Type="http://schemas.openxmlformats.org/officeDocument/2006/relationships/presProps" Target="/ppt/presProps.xml" Id="R1e3b6fb1b8c24db8" /><Relationship Type="http://schemas.openxmlformats.org/officeDocument/2006/relationships/tableStyles" Target="/ppt/tableStyles.xml" Id="R57586bbc18564bc2" /><Relationship Type="http://schemas.openxmlformats.org/officeDocument/2006/relationships/slide" Target="/ppt/slides/slide1.xml" Id="R7e6dd88c6e7b4a5a" /><Relationship Type="http://schemas.openxmlformats.org/officeDocument/2006/relationships/slide" Target="/ppt/slides/slide2.xml" Id="Re8ecef6623734e70" /><Relationship Type="http://schemas.openxmlformats.org/officeDocument/2006/relationships/slide" Target="/ppt/slides/slide3.xml" Id="R37bc8c8d59e349a6" /><Relationship Type="http://schemas.openxmlformats.org/officeDocument/2006/relationships/slide" Target="/ppt/slides/slide4.xml" Id="R9474abe554a14eb1" /><Relationship Type="http://schemas.openxmlformats.org/officeDocument/2006/relationships/slide" Target="/ppt/slides/slide5.xml" Id="R43650ecbb0f848fc" /><Relationship Type="http://schemas.openxmlformats.org/officeDocument/2006/relationships/slide" Target="/ppt/slides/slide6.xml" Id="R02355146997044fb" /><Relationship Type="http://schemas.openxmlformats.org/officeDocument/2006/relationships/slide" Target="/ppt/slides/slide7.xml" Id="R488264a6c0ce4919" /><Relationship Type="http://schemas.openxmlformats.org/officeDocument/2006/relationships/slide" Target="/ppt/slides/slide8.xml" Id="Re737ff7b652f49d1" /><Relationship Type="http://schemas.openxmlformats.org/officeDocument/2006/relationships/slide" Target="/ppt/slides/slide9.xml" Id="Re483da9113df4d7c" /><Relationship Type="http://schemas.openxmlformats.org/officeDocument/2006/relationships/slide" Target="/ppt/slides/slide10.xml" Id="R472efe2a03394b76" /><Relationship Type="http://schemas.openxmlformats.org/officeDocument/2006/relationships/slide" Target="/ppt/slides/slide11.xml" Id="R6ca4d35dced14390" /><Relationship Type="http://schemas.openxmlformats.org/officeDocument/2006/relationships/slide" Target="/ppt/slides/slide12.xml" Id="Ref84ee2a27a7444e" /><Relationship Type="http://schemas.openxmlformats.org/officeDocument/2006/relationships/slide" Target="/ppt/slides/slide13.xml" Id="R30487172ac3544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6e5ca8ba9040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Open Agronomy">
      <a:dk1>
        <a:srgbClr val="000000"/>
      </a:dk1>
      <a:lt1>
        <a:srgbClr val="FFFFFF"/>
      </a:lt1>
      <a:dk2>
        <a:srgbClr val="1F2925"/>
      </a:dk2>
      <a:lt2>
        <a:srgbClr val="EEF1EC"/>
      </a:lt2>
      <a:accent1>
        <a:srgbClr val="2F6F8F"/>
      </a:accent1>
      <a:accent2>
        <a:srgbClr val="4B8F78"/>
      </a:accent2>
      <a:accent3>
        <a:srgbClr val="C18B36"/>
      </a:accent3>
      <a:accent4>
        <a:srgbClr val="B85C4A"/>
      </a:accent4>
      <a:accent5>
        <a:srgbClr val="75689B"/>
      </a:accent5>
      <a:accent6>
        <a:srgbClr val="6C8063"/>
      </a:accent6>
      <a:hlink>
        <a:srgbClr val="2F6F8F"/>
      </a:hlink>
      <a:folHlink>
        <a:srgbClr val="75689B"/>
      </a:folHlink>
    </a:clrScheme>
    <a:fontScheme name="Office">
      <a:majorFont>
        <a:latin typeface="Calibri Light"/>
        <a:ea typeface="Calibri Light"/>
        <a:cs typeface="Calibri Light"/>
      </a:majorFont>
      <a:minorFont>
        <a:latin typeface="Calibri"/>
        <a:ea typeface="Calibri"/>
        <a:cs typeface="Calibri"/>
      </a:minorFont>
    </a:fontScheme>
    <a:fmtScheme name="Open Agronom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6445d82c7f4cf6" /><Relationship Type="http://schemas.openxmlformats.org/officeDocument/2006/relationships/notesMaster" Target="/ppt/notesMasters/notesMaster1.xml" Id="R55e714bd078d48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66657940e74947" /><Relationship Type="http://schemas.openxmlformats.org/officeDocument/2006/relationships/notesMaster" Target="/ppt/notesMasters/notesMaster1.xml" Id="R8c400e9339ce43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833b5019584a43" /><Relationship Type="http://schemas.openxmlformats.org/officeDocument/2006/relationships/notesMaster" Target="/ppt/notesMasters/notesMaster1.xml" Id="Rc4a5aae001a44c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87352f47e444a9" /><Relationship Type="http://schemas.openxmlformats.org/officeDocument/2006/relationships/notesMaster" Target="/ppt/notesMasters/notesMaster1.xml" Id="R678bba49adb549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a35e388a5b45a8" /><Relationship Type="http://schemas.openxmlformats.org/officeDocument/2006/relationships/notesMaster" Target="/ppt/notesMasters/notesMaster1.xml" Id="Ra08cc543138f42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48f3e3542d4eff" /><Relationship Type="http://schemas.openxmlformats.org/officeDocument/2006/relationships/notesMaster" Target="/ppt/notesMasters/notesMaster1.xml" Id="Rf10b2b5686084f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905b847a0244ba" /><Relationship Type="http://schemas.openxmlformats.org/officeDocument/2006/relationships/notesMaster" Target="/ppt/notesMasters/notesMaster1.xml" Id="R3e1f34ecc42741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d28ef24f164d7d" /><Relationship Type="http://schemas.openxmlformats.org/officeDocument/2006/relationships/notesMaster" Target="/ppt/notesMasters/notesMaster1.xml" Id="R1f4a8d862df449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8dd88fcf754653" /><Relationship Type="http://schemas.openxmlformats.org/officeDocument/2006/relationships/notesMaster" Target="/ppt/notesMasters/notesMaster1.xml" Id="Rd3b485852daa42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b1b99da2d9471e" /><Relationship Type="http://schemas.openxmlformats.org/officeDocument/2006/relationships/notesMaster" Target="/ppt/notesMasters/notesMaster1.xml" Id="R22fd55ca204d4e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db3b97128948ac" /><Relationship Type="http://schemas.openxmlformats.org/officeDocument/2006/relationships/notesMaster" Target="/ppt/notesMasters/notesMaster1.xml" Id="Rcac35d0fe12e48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87c9ddbb3c496b" /><Relationship Type="http://schemas.openxmlformats.org/officeDocument/2006/relationships/notesMaster" Target="/ppt/notesMasters/notesMaster1.xml" Id="R983ee12fd6c049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e8b4ee01634c5f" /><Relationship Type="http://schemas.openxmlformats.org/officeDocument/2006/relationships/notesMaster" Target="/ppt/notesMasters/notesMaster1.xml" Id="Ra34809f946ef4e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0:00–0:40</a:t>
            </a:r>
          </a:p>
          <a:p xmlns:a="http://schemas.openxmlformats.org/drawingml/2006/main">
            <a:r>
              <a:t/>
            </a:r>
          </a:p>
          <a:p xmlns:a="http://schemas.openxmlformats.org/drawingml/2006/main">
            <a:r>
              <a:t>Open with the practical goal: a farmer should be able to ask the same system a question in a disconnected field or at home with live services. The project treats the language model as replaceable; trust comes from field context, governed evidence, deterministic tools and a trace that survives the conversation.</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docs/public/architecture.md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0:40–1:35</a:t>
            </a:r>
          </a:p>
          <a:p xmlns:a="http://schemas.openxmlformats.org/drawingml/2006/main">
            <a:r>
              <a:t/>
            </a:r>
          </a:p>
          <a:p xmlns:a="http://schemas.openxmlformats.org/drawingml/2006/main">
            <a:r>
              <a:t>Use the canola example to make the system problem concrete. A model can produce a fluent answer immediately, but it does not possess the missing field measurement, current label or provincial calibration. Our design keeps those unknowns visible and turns the answer into a bounded next step rather than an invented diagnosis or rate.</a:t>
            </a:r>
          </a:p>
          <a:p xmlns:a="http://schemas.openxmlformats.org/drawingml/2006/main">
            <a:r>
              <a:t/>
            </a:r>
          </a:p>
          <a:p xmlns:a="http://schemas.openxmlformats.org/drawingml/2006/main">
            <a:r>
              <a:t>[Sources]</a:t>
            </a:r>
          </a:p>
          <a:p xmlns:a="http://schemas.openxmlformats.org/drawingml/2006/main">
            <a:r>
              <a:t>- docs/public/architecture.md</a:t>
            </a:r>
          </a:p>
          <a:p xmlns:a="http://schemas.openxmlformats.org/drawingml/2006/main">
            <a:r>
              <a:t>- Lee and See (2004), https://doi.org/10.1518/hfes.46.1.50_30392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1:35–2:50</a:t>
            </a:r>
          </a:p>
          <a:p xmlns:a="http://schemas.openxmlformats.org/drawingml/2006/main">
            <a:r>
              <a:t/>
            </a:r>
          </a:p>
          <a:p xmlns:a="http://schemas.openxmlformats.org/drawingml/2006/main">
            <a:r>
              <a:t>Walk left to right. The key design choice is that retrieval and validation are not hidden prompts around a chatbot. They are explicit pipeline stages with stable identifiers. The offline core remains useful without network access; when connected, live adapters add current weather and authority rather than pretending a stale local document is current.</a:t>
            </a:r>
          </a:p>
          <a:p xmlns:a="http://schemas.openxmlformats.org/drawingml/2006/main">
            <a:r>
              <a:t/>
            </a:r>
          </a:p>
          <a:p xmlns:a="http://schemas.openxmlformats.org/drawingml/2006/main">
            <a:r>
              <a:t>[Sources]</a:t>
            </a:r>
          </a:p>
          <a:p xmlns:a="http://schemas.openxmlformats.org/drawingml/2006/main">
            <a:r>
              <a:t>- docs/public/architecture.md</a:t>
            </a:r>
          </a:p>
          <a:p xmlns:a="http://schemas.openxmlformats.org/drawingml/2006/main">
            <a:r>
              <a:t>- Lewis et al. (2020), https://doi.org/10.48550/arXiv.2005.11401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2:50–4:00</a:t>
            </a:r>
          </a:p>
          <a:p xmlns:a="http://schemas.openxmlformats.org/drawingml/2006/main">
            <a:r>
              <a:t/>
            </a:r>
          </a:p>
          <a:p xmlns:a="http://schemas.openxmlformats.org/drawingml/2006/main">
            <a:r>
              <a:t>Emphasize governance over volume. Every row has a role: field truth, decisive guidance, context or quarantine. SoilWise helps the model reason about soil processes, but it cannot turn a map polygon into a current soil test. Saskatchewan applied-guidance depth is still thinner than Alberta and Manitoba, so the system exposes that gap instead of smoothing it over.</a:t>
            </a:r>
          </a:p>
          <a:p xmlns:a="http://schemas.openxmlformats.org/drawingml/2006/main">
            <a:r>
              <a:t/>
            </a:r>
          </a:p>
          <a:p xmlns:a="http://schemas.openxmlformats.org/drawingml/2006/main">
            <a:r>
              <a:t>[Sources]</a:t>
            </a:r>
          </a:p>
          <a:p xmlns:a="http://schemas.openxmlformats.org/drawingml/2006/main">
            <a:r>
              <a:t>- docs/public/knowledge-and-data.md</a:t>
            </a:r>
          </a:p>
          <a:p xmlns:a="http://schemas.openxmlformats.org/drawingml/2006/main">
            <a:r>
              <a:t>- SoilWise KG v0.2.3, https://doi.org/10.5281/zenodo.15593868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4:00–5:05</a:t>
            </a:r>
          </a:p>
          <a:p xmlns:a="http://schemas.openxmlformats.org/drawingml/2006/main">
            <a:r>
              <a:t/>
            </a:r>
          </a:p>
          <a:p xmlns:a="http://schemas.openxmlformats.org/drawingml/2006/main">
            <a:r>
              <a:t>Keep this non-technical. MLX is the local engine that makes Apple-silicon inference practical. Agno provides the serving knowledge-runtime shape, while the project supplies its own governed local index, routing, evidence rules and verifier. FastAPI and React provide the app surface; SQLite carries field history and traces. The model is deliberately only one replaceable layer.</a:t>
            </a:r>
          </a:p>
          <a:p xmlns:a="http://schemas.openxmlformats.org/drawingml/2006/main">
            <a:r>
              <a:t/>
            </a:r>
          </a:p>
          <a:p xmlns:a="http://schemas.openxmlformats.org/drawingml/2006/main">
            <a:r>
              <a:t>[Sources]</a:t>
            </a:r>
          </a:p>
          <a:p xmlns:a="http://schemas.openxmlformats.org/drawingml/2006/main">
            <a:r>
              <a:t>- pyproject.toml</a:t>
            </a:r>
          </a:p>
          <a:p xmlns:a="http://schemas.openxmlformats.org/drawingml/2006/main">
            <a:r>
              <a:t>- requirements.txt</a:t>
            </a:r>
          </a:p>
          <a:p xmlns:a="http://schemas.openxmlformats.org/drawingml/2006/main">
            <a:r>
              <a:t>- configs/rag_governed_runtime_v1.yaml</a:t>
            </a:r>
          </a:p>
          <a:p xmlns:a="http://schemas.openxmlformats.org/drawingml/2006/main">
            <a:r>
              <a:t>- frontend/package.json</a:t>
            </a:r>
          </a:p>
          <a:p xmlns:a="http://schemas.openxmlformats.org/drawingml/2006/main">
            <a:r>
              <a:t>- https://mlx-framework.org/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5:05–6:20</a:t>
            </a:r>
          </a:p>
          <a:p xmlns:a="http://schemas.openxmlformats.org/drawingml/2006/main">
            <a:r>
              <a:t/>
            </a:r>
          </a:p>
          <a:p xmlns:a="http://schemas.openxmlformats.org/drawingml/2006/main">
            <a:r>
              <a:t>Explain the controlled comparison before showing any scores. Each candidate receives the same 241 questions under four matched conditions. The first arm measures the model alone. The next adds only the stable instruction kernel, then structured field context, and finally governed retrieval, validation and output processing. This progression lets us attribute changes to the surrounding system rather than treating every gain as model intelligence. The 90 primary field-decision cases, 31 advisory-transfer cases and 120 interface or regression checks are reported as separate lanes rather than collapsed into one intelligence score.</a:t>
            </a:r>
          </a:p>
          <a:p xmlns:a="http://schemas.openxmlformats.org/drawingml/2006/main">
            <a:r>
              <a:t/>
            </a:r>
          </a:p>
          <a:p xmlns:a="http://schemas.openxmlformats.org/drawingml/2006/main">
            <a:r>
              <a:t>[Sources]</a:t>
            </a:r>
          </a:p>
          <a:p xmlns:a="http://schemas.openxmlformats.org/drawingml/2006/main">
            <a:r>
              <a:t>- docs/public/evaluation.md</a:t>
            </a:r>
          </a:p>
          <a:p xmlns:a="http://schemas.openxmlformats.org/drawingml/2006/main">
            <a:r>
              <a:t>- docs/public/final-benchmark-20260812/source_data/protocol.md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6:20–7:45</a:t>
            </a:r>
          </a:p>
          <a:p xmlns:a="http://schemas.openxmlformats.org/drawingml/2006/main">
            <a:r>
              <a:t/>
            </a:r>
          </a:p>
          <a:p xmlns:a="http://schemas.openxmlformats.org/drawingml/2006/main">
            <a:r>
              <a:t>This is the central result. The harness turns a nearly unusable tiny-model baseline into a much stronger bounded answer system, and it materially improves Gemma 4. But it reduces Luna High. The conclusion is not that retrieval always helps. It is that weak local models benefit from structured evidence, while a strong model needs a lighter-touch intervention policy.</a:t>
            </a:r>
          </a:p>
          <a:p xmlns:a="http://schemas.openxmlformats.org/drawingml/2006/main">
            <a:r>
              <a:t/>
            </a:r>
          </a:p>
          <a:p xmlns:a="http://schemas.openxmlformats.org/drawingml/2006/main">
            <a:r>
              <a:t>[Sources]</a:t>
            </a:r>
          </a:p>
          <a:p xmlns:a="http://schemas.openxmlformats.org/drawingml/2006/main">
            <a:r>
              <a:t>- docs/public/final-benchmark-20260812/source_data/arm_lane_summary.csv</a:t>
            </a:r>
          </a:p>
          <a:p xmlns:a="http://schemas.openxmlformats.org/drawingml/2006/main">
            <a:r>
              <a:t>- docs/public/final-benchmark-20260812/source_data/paired_semantic_deltas.csv</a:t>
            </a:r>
          </a:p>
          <a:p xmlns:a="http://schemas.openxmlformats.org/drawingml/2006/main">
            <a:r>
              <a:t>- Zheng et al. (2023), https://doi.org/10.52202/075280-2020</a:t>
            </a:r>
          </a:p>
          <a:p xmlns:a="http://schemas.openxmlformats.org/drawingml/2006/main">
            <a:r>
              <a:t>- Wataoka et al. (2024), https://doi.org/10.48550/arXiv.2410.21819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7:45–8:55</a:t>
            </a:r>
          </a:p>
          <a:p xmlns:a="http://schemas.openxmlformats.org/drawingml/2006/main">
            <a:r>
              <a:t/>
            </a:r>
          </a:p>
          <a:p xmlns:a="http://schemas.openxmlformats.org/drawingml/2006/main">
            <a:r>
              <a:t>The arm progression explains the model interaction. Gemma 3 barely moves with instructions or field context alone; the governed evidence path produces the major gain, often through bounded fallbacks. Gemma 4 improves step by step. Luna is strongest with the kernel and field facts, then loses quality when the full intervention replaces too much of an already capable draft.</a:t>
            </a:r>
          </a:p>
          <a:p xmlns:a="http://schemas.openxmlformats.org/drawingml/2006/main">
            <a:r>
              <a:t/>
            </a:r>
          </a:p>
          <a:p xmlns:a="http://schemas.openxmlformats.org/drawingml/2006/main">
            <a:r>
              <a:t>[Sources]</a:t>
            </a:r>
          </a:p>
          <a:p xmlns:a="http://schemas.openxmlformats.org/drawingml/2006/main">
            <a:r>
              <a:t>- docs/public/final-benchmark-20260812/source_data/arm_lane_summary.csv</a:t>
            </a:r>
          </a:p>
          <a:p xmlns:a="http://schemas.openxmlformats.org/drawingml/2006/main">
            <a:r>
              <a:t>- docs/public/final-benchmark-20260812/source_data/orchestration_summary.csv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8:55–10:05</a:t>
            </a:r>
          </a:p>
          <a:p xmlns:a="http://schemas.openxmlformats.org/drawingml/2006/main">
            <a:r>
              <a:t/>
            </a:r>
          </a:p>
          <a:p xmlns:a="http://schemas.openxmlformats.org/drawingml/2006/main">
            <a:r>
              <a:t>This slide explains what the 241 questions actually measure. Ninety primary cases assess written field-decision answers across nine agronomy domains. Thirty-one additional cases probe transfer across provinces, crops and interface-like question styles. The remaining 120 cases test system contracts: field-history lineage, source and answer boundaries, retrieval lineage and objective calculations. Those lanes use different evidence and scoring rules, so we do not average them into a single intelligence score.</a:t>
            </a:r>
          </a:p>
          <a:p xmlns:a="http://schemas.openxmlformats.org/drawingml/2006/main">
            <a:r>
              <a:t/>
            </a:r>
          </a:p>
          <a:p xmlns:a="http://schemas.openxmlformats.org/drawingml/2006/main">
            <a:r>
              <a:t>[Sources]</a:t>
            </a:r>
          </a:p>
          <a:p xmlns:a="http://schemas.openxmlformats.org/drawingml/2006/main">
            <a:r>
              <a:t>- configs/open_agronomy_canadian_performance_v1.json</a:t>
            </a:r>
          </a:p>
          <a:p xmlns:a="http://schemas.openxmlformats.org/drawingml/2006/main">
            <a:r>
              <a:t>- data/eval/open_agronomy_canadian_performance_v1_construct_audit.md</a:t>
            </a:r>
          </a:p>
          <a:p xmlns:a="http://schemas.openxmlformats.org/drawingml/2006/main">
            <a:r>
              <a:t>- configs/open_agronomy_system_interface_v1.json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10:05–11:15</a:t>
            </a:r>
          </a:p>
          <a:p xmlns:a="http://schemas.openxmlformats.org/drawingml/2006/main">
            <a:r>
              <a:t/>
            </a:r>
          </a:p>
          <a:p xmlns:a="http://schemas.openxmlformats.org/drawingml/2006/main">
            <a:r>
              <a:t>Distinguish the persistent field record from the per-question prompt. The field record can hold place, crop and year, soil and water attributes, test summaries, rotation, management constraints and an append-only event history. Before each turn, the service authorizes the field binding, minimizes private data, rates context quality, merges signals from the current question and selects relevant evidence. The benchmark field-context arm deliberately exposes only crop, region, province and management notes. The full agent adds governed evidence and control slots inside a versioned token budget, then stores the answer and trace back against the field. Missing facts remain missing, and a field profile never authorizes a product or rate decision by itself.</a:t>
            </a:r>
          </a:p>
          <a:p xmlns:a="http://schemas.openxmlformats.org/drawingml/2006/main">
            <a:r>
              <a:t/>
            </a:r>
          </a:p>
          <a:p xmlns:a="http://schemas.openxmlformats.org/drawingml/2006/main">
            <a:r>
              <a:t>[Sources]</a:t>
            </a:r>
          </a:p>
          <a:p xmlns:a="http://schemas.openxmlformats.org/drawingml/2006/main">
            <a:r>
              <a:t>- src/agronomy_agent/server/schemas.py FieldContextCreate</a:t>
            </a:r>
          </a:p>
          <a:p xmlns:a="http://schemas.openxmlformats.org/drawingml/2006/main">
            <a:r>
              <a:t>- src/agronomy_agent/server/storage/runtime.py create_phase4_field_context</a:t>
            </a:r>
          </a:p>
          <a:p xmlns:a="http://schemas.openxmlformats.org/drawingml/2006/main">
            <a:r>
              <a:t>- src/agronomy_agent/server/services/field_context_quality.py</a:t>
            </a:r>
          </a:p>
          <a:p xmlns:a="http://schemas.openxmlformats.org/drawingml/2006/main">
            <a:r>
              <a:t>- src/agronomy_agent/query_context.py analyze_query_context</a:t>
            </a:r>
          </a:p>
          <a:p xmlns:a="http://schemas.openxmlformats.org/drawingml/2006/main">
            <a:r>
              <a:t>- src/agronomy_agent/context_packer.py</a:t>
            </a:r>
          </a:p>
          <a:p xmlns:a="http://schemas.openxmlformats.org/drawingml/2006/main">
            <a:r>
              <a:t>- src/agronomy_agent/server/services/chat_service.py _append_field_context_prompt and _field_lineage_record</a:t>
            </a:r>
          </a:p>
          <a:p xmlns:a="http://schemas.openxmlformats.org/drawingml/2006/main">
            <a:r>
              <a:t>- configs/context_policy_v1.yaml</a:t>
            </a:r>
          </a:p>
          <a:p xmlns:a="http://schemas.openxmlformats.org/drawingml/2006/main">
            <a:r>
              <a:t>- configs/open_agronomy_canadian_performance_interface_v1.json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11:15–12:25</a:t>
            </a:r>
          </a:p>
          <a:p xmlns:a="http://schemas.openxmlformats.org/drawingml/2006/main">
            <a:r>
              <a:t/>
            </a:r>
          </a:p>
          <a:p xmlns:a="http://schemas.openxmlformats.org/drawingml/2006/main">
            <a:r>
              <a:t>Separate latency from model throughput. Gemma 3 generates about 154 tokens per second, but often writes more; Gemma 4 generates about 54 tokens per second yet returns the shorter governed answer faster. On locally generated rows, decoding is the largest measured share. Deterministic evidence holds return in about six hundredths of a second. The chart excludes later semantic judging and UI rendering.</a:t>
            </a:r>
          </a:p>
          <a:p xmlns:a="http://schemas.openxmlformats.org/drawingml/2006/main">
            <a:r>
              <a:t/>
            </a:r>
          </a:p>
          <a:p xmlns:a="http://schemas.openxmlformats.org/drawingml/2006/main">
            <a:r>
              <a:t>[Sources]</a:t>
            </a:r>
          </a:p>
          <a:p xmlns:a="http://schemas.openxmlformats.org/drawingml/2006/main">
            <a:r>
              <a:t>- docs/public/final-benchmark-20260812/source_data/resource_summary.csv</a:t>
            </a:r>
          </a:p>
          <a:p xmlns:a="http://schemas.openxmlformats.org/drawingml/2006/main">
            <a:r>
              <a:t>- outputs/open_agronomy_canadian_performance_v1_rc1/full_system_benchmark.sqlite3 generation_stats_json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12:25–13:40</a:t>
            </a:r>
          </a:p>
          <a:p xmlns:a="http://schemas.openxmlformats.org/drawingml/2006/main">
            <a:r>
              <a:t/>
            </a:r>
          </a:p>
          <a:p xmlns:a="http://schemas.openxmlformats.org/drawingml/2006/main">
            <a:r>
              <a:t>Do not hide the negative findings. The calculator result uncovered an orchestration defect, not a weak calculator. The external AgroQA score moved slightly in the right direction, but the questions originate in Uganda and the metric has no directly comparable published system result. The next benchmark version must remain frozen until the calculator path and intervention policy are repaired elsewhere.</a:t>
            </a:r>
          </a:p>
          <a:p xmlns:a="http://schemas.openxmlformats.org/drawingml/2006/main">
            <a:r>
              <a:t/>
            </a:r>
          </a:p>
          <a:p xmlns:a="http://schemas.openxmlformats.org/drawingml/2006/main">
            <a:r>
              <a:t>[Sources]</a:t>
            </a:r>
          </a:p>
          <a:p xmlns:a="http://schemas.openxmlformats.org/drawingml/2006/main">
            <a:r>
              <a:t>- docs/public/evaluation.md</a:t>
            </a:r>
          </a:p>
          <a:p xmlns:a="http://schemas.openxmlformats.org/drawingml/2006/main">
            <a:r>
              <a:t>- docs/public/final-benchmark-20260812/source_data/external_finalist_summary.json</a:t>
            </a:r>
          </a:p>
          <a:p xmlns:a="http://schemas.openxmlformats.org/drawingml/2006/main">
            <a:r>
              <a:t>- docs/public/final-benchmark-20260812/source_data/final_validation_receipt.json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13:40–15:00</a:t>
            </a:r>
          </a:p>
          <a:p xmlns:a="http://schemas.openxmlformats.org/drawingml/2006/main">
            <a:r>
              <a:t/>
            </a:r>
          </a:p>
          <a:p xmlns:a="http://schemas.openxmlformats.org/drawingml/2006/main">
            <a:r>
              <a:t>Close on the measured proposition, not a claim of autonomous agronomy. The demo can show a private local answer that cites its evidence, carries field history and uses the same harness across models. What remains is equally clear: route calculations through the typed tool, calibrate intervention by model capability, and obtain blinded Canadian agronomist review followed by prospective field testing.</a:t>
            </a:r>
          </a:p>
          <a:p xmlns:a="http://schemas.openxmlformats.org/drawingml/2006/main">
            <a:r>
              <a:t/>
            </a:r>
          </a:p>
          <a:p xmlns:a="http://schemas.openxmlformats.org/drawingml/2006/main">
            <a:r>
              <a:t>[Sources]</a:t>
            </a:r>
          </a:p>
          <a:p xmlns:a="http://schemas.openxmlformats.org/drawingml/2006/main">
            <a:r>
              <a:t>- docs/public/final-benchmark-20260812/main.tex</a:t>
            </a:r>
          </a:p>
          <a:p xmlns:a="http://schemas.openxmlformats.org/drawingml/2006/main">
            <a:r>
              <a:t>- docs/public/architecture.md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73e5f45d794a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7835f2f44b4150" /><Relationship Type="http://schemas.openxmlformats.org/officeDocument/2006/relationships/slideLayout" Target="/ppt/slideLayouts/slideLayout1.xml" Id="R8e4bea31d97648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4bea31d97648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Open Agronomy">
      <a:dk1>
        <a:srgbClr val="000000"/>
      </a:dk1>
      <a:lt1>
        <a:srgbClr val="FFFFFF"/>
      </a:lt1>
      <a:dk2>
        <a:srgbClr val="1F2925"/>
      </a:dk2>
      <a:lt2>
        <a:srgbClr val="EEF1EC"/>
      </a:lt2>
      <a:accent1>
        <a:srgbClr val="2F6F8F"/>
      </a:accent1>
      <a:accent2>
        <a:srgbClr val="4B8F78"/>
      </a:accent2>
      <a:accent3>
        <a:srgbClr val="C18B36"/>
      </a:accent3>
      <a:accent4>
        <a:srgbClr val="B85C4A"/>
      </a:accent4>
      <a:accent5>
        <a:srgbClr val="75689B"/>
      </a:accent5>
      <a:accent6>
        <a:srgbClr val="6C8063"/>
      </a:accent6>
      <a:hlink>
        <a:srgbClr val="2F6F8F"/>
      </a:hlink>
      <a:folHlink>
        <a:srgbClr val="75689B"/>
      </a:folHlink>
    </a:clrScheme>
    <a:fontScheme name="Office">
      <a:majorFont>
        <a:latin typeface="Calibri Light"/>
        <a:ea typeface="Calibri Light"/>
        <a:cs typeface="Calibri Light"/>
      </a:majorFont>
      <a:minorFont>
        <a:latin typeface="Calibri"/>
        <a:ea typeface="Calibri"/>
        <a:cs typeface="Calibri"/>
      </a:minorFont>
    </a:fontScheme>
    <a:fmtScheme name="Open Agronom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1ff6211d344886" /><Relationship Type="http://schemas.openxmlformats.org/officeDocument/2006/relationships/notesSlide" Target="/ppt/notesSlides/notesSlide1.xml" Id="Rbd0dc2069c3140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1d5a522ea14a2d" /><Relationship Type="http://schemas.openxmlformats.org/officeDocument/2006/relationships/notesSlide" Target="/ppt/notesSlides/notesSlide2.xml" Id="Rf6273858ea5b47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6ea7aaa88a4582" /><Relationship Type="http://schemas.openxmlformats.org/officeDocument/2006/relationships/notesSlide" Target="/ppt/notesSlides/notesSlide3.xml" Id="R2c9d3fe62b2547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ef32c9eabd44a4" /><Relationship Type="http://schemas.openxmlformats.org/officeDocument/2006/relationships/notesSlide" Target="/ppt/notesSlides/notesSlide4.xml" Id="R6b2458d3474e47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229fd77b574001" /><Relationship Type="http://schemas.openxmlformats.org/officeDocument/2006/relationships/notesSlide" Target="/ppt/notesSlides/notesSlide5.xml" Id="R8a2660fdfa8c41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792d4a2fb34202" /><Relationship Type="http://schemas.openxmlformats.org/officeDocument/2006/relationships/notesSlide" Target="/ppt/notesSlides/notesSlide6.xml" Id="Rd5d2ebf5187146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10b22f1fe54cd3" /><Relationship Type="http://schemas.openxmlformats.org/officeDocument/2006/relationships/image" Target="/ppt/media/image.png" Id="R4a85b1a640aa4302" /><Relationship Type="http://schemas.openxmlformats.org/officeDocument/2006/relationships/notesSlide" Target="/ppt/notesSlides/notesSlide7.xml" Id="R89d5b3b1cbee41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92a686a84204e6c" /><Relationship Type="http://schemas.openxmlformats.org/officeDocument/2006/relationships/image" Target="/ppt/media/image2.png" Id="Rfa0609e8b46d4984" /><Relationship Type="http://schemas.openxmlformats.org/officeDocument/2006/relationships/notesSlide" Target="/ppt/notesSlides/notesSlide8.xml" Id="R888e8bab850048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9d91a755c5848e9" /><Relationship Type="http://schemas.openxmlformats.org/officeDocument/2006/relationships/notesSlide" Target="/ppt/notesSlides/notesSlide9.xml" Id="R0d7f0450de304a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27d9cbccc984cd5" /><Relationship Type="http://schemas.openxmlformats.org/officeDocument/2006/relationships/notesSlide" Target="/ppt/notesSlides/notesSlide10.xml" Id="R20e65b3657f641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3539931aa454ea1" /><Relationship Type="http://schemas.openxmlformats.org/officeDocument/2006/relationships/image" Target="/ppt/media/image3.png" Id="Reb6471600ebc4ed7" /><Relationship Type="http://schemas.openxmlformats.org/officeDocument/2006/relationships/notesSlide" Target="/ppt/notesSlides/notesSlide11.xml" Id="R06421f6947b543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0b92a481204ae9" /><Relationship Type="http://schemas.openxmlformats.org/officeDocument/2006/relationships/notesSlide" Target="/ppt/notesSlides/notesSlide12.xml" Id="Rec0295cd80db42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be3bddfd47c407b" /><Relationship Type="http://schemas.openxmlformats.org/officeDocument/2006/relationships/notesSlide" Target="/ppt/notesSlides/notesSlide13.xml" Id="R4befbb0faacf4aef" /></Relationships>
</file>

<file path=ppt/slides/slide1.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sp>
        <p:nvSpPr>
          <p:cNvPr id="6" name="slide-1-kicker">
            <a:extLst xmlns:a="http://schemas.openxmlformats.org/drawingml/2006/main">
              <a:ext uri="{FF2B5EF4-FFF2-40B4-BE49-F238E27FC236}">
                <a16:creationId xmlns:a16="http://schemas.microsoft.com/office/drawing/2014/main" id="{1BA2B47D-535D-42FC-8763-FCE4E38D6DE0}"/>
              </a:ext>
            </a:extLst>
          </p:cNvPr>
          <p:cNvSpPr>
            <a:spLocks xmlns:a="http://schemas.openxmlformats.org/drawingml/2006/main" noGrp="1"/>
          </p:cNvSpPr>
          <p:nvPr/>
        </p:nvSpPr>
        <p:spPr>
          <a:xfrm xmlns:a="http://schemas.openxmlformats.org/drawingml/2006/main">
            <a:off x="400050" y="3810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4B8F78"/>
                </a:solidFill>
                <a:latin typeface="Helvetica Neue"/>
                <a:ea typeface="Helvetica Neue"/>
                <a:cs typeface="Helvetica Neue"/>
              </a:defRPr>
            </a:pPr>
            <a:r>
              <a:rPr sz="1650" b="1">
                <a:solidFill>
                  <a:srgbClr val="4B8F78"/>
                </a:solidFill>
                <a:latin typeface="Helvetica Neue"/>
                <a:ea typeface="Helvetica Neue"/>
                <a:cs typeface="Helvetica Neue"/>
              </a:rPr>
              <a:t>CANADIAN EDGE CONFERENCE · 2026</a:t>
            </a:r>
          </a:p>
        </p:txBody>
      </p:sp>
      <p:sp>
        <p:nvSpPr>
          <p:cNvPr id="2" name="slide-1-title">
            <a:extLst xmlns:a="http://schemas.openxmlformats.org/drawingml/2006/main">
              <a:ext uri="{FF2B5EF4-FFF2-40B4-BE49-F238E27FC236}">
                <a16:creationId xmlns:a16="http://schemas.microsoft.com/office/drawing/2014/main" id="{CE752AEF-1083-4482-B852-4DC4DD2C5919}"/>
              </a:ext>
            </a:extLst>
          </p:cNvPr>
          <p:cNvSpPr>
            <a:spLocks xmlns:a="http://schemas.openxmlformats.org/drawingml/2006/main" noGrp="1"/>
          </p:cNvSpPr>
          <p:nvPr/>
        </p:nvSpPr>
        <p:spPr>
          <a:xfrm xmlns:a="http://schemas.openxmlformats.org/drawingml/2006/main">
            <a:off x="400050" y="1524000"/>
            <a:ext cx="9239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6000" b="1">
                <a:solidFill>
                  <a:srgbClr val="1F2925"/>
                </a:solidFill>
                <a:latin typeface="Helvetica Neue"/>
                <a:ea typeface="Helvetica Neue"/>
                <a:cs typeface="Helvetica Neue"/>
              </a:defRPr>
            </a:pPr>
            <a:r>
              <a:rPr sz="6000" b="1">
                <a:solidFill>
                  <a:srgbClr val="1F2925"/>
                </a:solidFill>
                <a:latin typeface="Helvetica Neue"/>
                <a:ea typeface="Helvetica Neue"/>
                <a:cs typeface="Helvetica Neue"/>
              </a:rPr>
              <a:t>Open Agronomy</a:t>
            </a:r>
          </a:p>
          <a:p xmlns:a="http://schemas.openxmlformats.org/drawingml/2006/main">
            <a:pPr algn="l">
              <a:defRPr sz="6000" b="1">
                <a:solidFill>
                  <a:srgbClr val="1F2925"/>
                </a:solidFill>
                <a:latin typeface="Helvetica Neue"/>
                <a:ea typeface="Helvetica Neue"/>
                <a:cs typeface="Helvetica Neue"/>
              </a:defRPr>
            </a:pPr>
            <a:r>
              <a:rPr sz="6000" b="1">
                <a:solidFill>
                  <a:srgbClr val="1F2925"/>
                </a:solidFill>
                <a:latin typeface="Helvetica Neue"/>
                <a:ea typeface="Helvetica Neue"/>
                <a:cs typeface="Helvetica Neue"/>
              </a:rPr>
              <a:t>Agent</a:t>
            </a:r>
          </a:p>
        </p:txBody>
      </p:sp>
      <p:sp>
        <p:nvSpPr>
          <p:cNvPr id="3" name="slide-1-subtitle">
            <a:extLst xmlns:a="http://schemas.openxmlformats.org/drawingml/2006/main">
              <a:ext uri="{FF2B5EF4-FFF2-40B4-BE49-F238E27FC236}">
                <a16:creationId xmlns:a16="http://schemas.microsoft.com/office/drawing/2014/main" id="{010F4D66-98EA-4C22-9FE3-87AD5BF35CD2}"/>
              </a:ext>
            </a:extLst>
          </p:cNvPr>
          <p:cNvSpPr>
            <a:spLocks xmlns:a="http://schemas.openxmlformats.org/drawingml/2006/main" noGrp="1"/>
          </p:cNvSpPr>
          <p:nvPr/>
        </p:nvSpPr>
        <p:spPr>
          <a:xfrm xmlns:a="http://schemas.openxmlformats.org/drawingml/2006/main">
            <a:off x="400050" y="44767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0">
                <a:solidFill>
                  <a:srgbClr val="64706A"/>
                </a:solidFill>
                <a:latin typeface="Helvetica Neue"/>
                <a:ea typeface="Helvetica Neue"/>
                <a:cs typeface="Helvetica Neue"/>
              </a:defRPr>
            </a:pPr>
            <a:r>
              <a:rPr sz="2250" b="0">
                <a:solidFill>
                  <a:srgbClr val="64706A"/>
                </a:solidFill>
                <a:latin typeface="Helvetica Neue"/>
                <a:ea typeface="Helvetica Neue"/>
                <a:cs typeface="Helvetica Neue"/>
              </a:rPr>
              <a:t>Local-first, evidence-governed answers for Canadian fields</a:t>
            </a:r>
          </a:p>
        </p:txBody>
      </p:sp>
      <p:sp>
        <p:nvSpPr>
          <p:cNvPr id="4" name="slide-1-accent">
            <a:extLst xmlns:a="http://schemas.openxmlformats.org/drawingml/2006/main">
              <a:ext uri="{FF2B5EF4-FFF2-40B4-BE49-F238E27FC236}">
                <a16:creationId xmlns:a16="http://schemas.microsoft.com/office/drawing/2014/main" id="{F0D489B0-693F-4FA3-80BD-B4F6E99E3DA4}"/>
              </a:ext>
            </a:extLst>
          </p:cNvPr>
          <p:cNvSpPr>
            <a:spLocks xmlns:a="http://schemas.openxmlformats.org/drawingml/2006/main" noGrp="1"/>
          </p:cNvSpPr>
          <p:nvPr/>
        </p:nvSpPr>
        <p:spPr>
          <a:xfrm xmlns:a="http://schemas.openxmlformats.org/drawingml/2006/main">
            <a:off x="400050" y="5619750"/>
            <a:ext cx="2762250" cy="66675"/>
          </a:xfrm>
          <a:prstGeom xmlns:a="http://schemas.openxmlformats.org/drawingml/2006/main" prst="rect">
            <a:avLst/>
          </a:prstGeom>
          <a:solidFill xmlns:a="http://schemas.openxmlformats.org/drawingml/2006/main">
            <a:srgbClr val="2F6F8F"/>
          </a:solidFill>
          <a:ln xmlns:a="http://schemas.openxmlformats.org/drawingml/2006/main" w="0">
            <a:solidFill>
              <a:srgbClr val="2F6F8F"/>
            </a:solidFill>
            <a:prstDash val="solid"/>
          </a:ln>
        </p:spPr>
      </p:sp>
      <p:sp>
        <p:nvSpPr>
          <p:cNvPr id="5" name="slide-1-author">
            <a:extLst xmlns:a="http://schemas.openxmlformats.org/drawingml/2006/main">
              <a:ext uri="{FF2B5EF4-FFF2-40B4-BE49-F238E27FC236}">
                <a16:creationId xmlns:a16="http://schemas.microsoft.com/office/drawing/2014/main" id="{8443F44C-6890-469B-B657-22483E36057E}"/>
              </a:ext>
            </a:extLst>
          </p:cNvPr>
          <p:cNvSpPr>
            <a:spLocks xmlns:a="http://schemas.openxmlformats.org/drawingml/2006/main" noGrp="1"/>
          </p:cNvSpPr>
          <p:nvPr/>
        </p:nvSpPr>
        <p:spPr>
          <a:xfrm xmlns:a="http://schemas.openxmlformats.org/drawingml/2006/main">
            <a:off x="400050" y="590550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64706A"/>
                </a:solidFill>
                <a:latin typeface="Helvetica Neue"/>
                <a:ea typeface="Helvetica Neue"/>
                <a:cs typeface="Helvetica Neue"/>
              </a:defRPr>
            </a:pPr>
            <a:r>
              <a:rPr sz="1425" b="0">
                <a:solidFill>
                  <a:srgbClr val="64706A"/>
                </a:solidFill>
                <a:latin typeface="Helvetica Neue"/>
                <a:ea typeface="Helvetica Neue"/>
                <a:cs typeface="Helvetica Neue"/>
              </a:rPr>
              <a:t>Tyler Knecht · Final development round</a:t>
            </a:r>
          </a:p>
        </p:txBody>
      </p:sp>
    </p:spTree>
    <p:extLst>
      <p:ext uri="{BB962C8B-B14F-4D97-AF65-F5344CB8AC3E}">
        <p14:creationId xmlns:p14="http://schemas.microsoft.com/office/powerpoint/2010/main" val="747904748"/>
      </p:ext>
    </p:extLst>
  </p:cSld>
</p:sld>
</file>

<file path=ppt/slides/slide2.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sp>
        <p:nvSpPr>
          <p:cNvPr id="18" name="slide-2-title">
            <a:extLst xmlns:a="http://schemas.openxmlformats.org/drawingml/2006/main">
              <a:ext uri="{FF2B5EF4-FFF2-40B4-BE49-F238E27FC236}">
                <a16:creationId xmlns:a16="http://schemas.microsoft.com/office/drawing/2014/main" id="{AA6D89B1-9083-4492-8909-84E0D492867C}"/>
              </a:ext>
            </a:extLst>
          </p:cNvPr>
          <p:cNvSpPr>
            <a:spLocks xmlns:a="http://schemas.openxmlformats.org/drawingml/2006/main" noGrp="1"/>
          </p:cNvSpPr>
          <p:nvPr/>
        </p:nvSpPr>
        <p:spPr>
          <a:xfrm xmlns:a="http://schemas.openxmlformats.org/drawingml/2006/main">
            <a:off x="419100" y="3238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F2925"/>
                </a:solidFill>
                <a:latin typeface="Helvetica Neue"/>
                <a:ea typeface="Helvetica Neue"/>
                <a:cs typeface="Helvetica Neue"/>
              </a:defRPr>
            </a:pPr>
            <a:r>
              <a:rPr sz="3450" b="1">
                <a:solidFill>
                  <a:srgbClr val="1F2925"/>
                </a:solidFill>
                <a:latin typeface="Helvetica Neue"/>
                <a:ea typeface="Helvetica Neue"/>
                <a:cs typeface="Helvetica Neue"/>
              </a:rPr>
              <a:t>A useful field answer needs more than a fluent model</a:t>
            </a:r>
          </a:p>
        </p:txBody>
      </p:sp>
      <p:sp>
        <p:nvSpPr>
          <p:cNvPr id="2" name="slide-2-number">
            <a:extLst xmlns:a="http://schemas.openxmlformats.org/drawingml/2006/main">
              <a:ext uri="{FF2B5EF4-FFF2-40B4-BE49-F238E27FC236}">
                <a16:creationId xmlns:a16="http://schemas.microsoft.com/office/drawing/2014/main" id="{BE4DFB1A-194B-4973-9C29-D0CF612EFC0C}"/>
              </a:ext>
            </a:extLst>
          </p:cNvPr>
          <p:cNvSpPr>
            <a:spLocks xmlns:a="http://schemas.openxmlformats.org/drawingml/2006/main" noGrp="1"/>
          </p:cNvSpPr>
          <p:nvPr/>
        </p:nvSpPr>
        <p:spPr>
          <a:xfrm xmlns:a="http://schemas.openxmlformats.org/drawingml/2006/main">
            <a:off x="11239500" y="62865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02</a:t>
            </a:r>
          </a:p>
        </p:txBody>
      </p:sp>
      <p:sp>
        <p:nvSpPr>
          <p:cNvPr id="3" name="slide-2-left-message">
            <a:extLst xmlns:a="http://schemas.openxmlformats.org/drawingml/2006/main">
              <a:ext uri="{FF2B5EF4-FFF2-40B4-BE49-F238E27FC236}">
                <a16:creationId xmlns:a16="http://schemas.microsoft.com/office/drawing/2014/main" id="{3C7CA1DF-5CB9-4107-85C2-403D1FE0C50C}"/>
              </a:ext>
            </a:extLst>
          </p:cNvPr>
          <p:cNvSpPr>
            <a:spLocks xmlns:a="http://schemas.openxmlformats.org/drawingml/2006/main" noGrp="1"/>
          </p:cNvSpPr>
          <p:nvPr/>
        </p:nvSpPr>
        <p:spPr>
          <a:xfrm xmlns:a="http://schemas.openxmlformats.org/drawingml/2006/main">
            <a:off x="419100" y="1762125"/>
            <a:ext cx="4572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500" b="1">
                <a:solidFill>
                  <a:srgbClr val="1F2925"/>
                </a:solidFill>
                <a:latin typeface="Helvetica Neue"/>
                <a:ea typeface="Helvetica Neue"/>
                <a:cs typeface="Helvetica Neue"/>
              </a:defRPr>
            </a:pPr>
            <a:r>
              <a:rPr sz="4500" b="1">
                <a:solidFill>
                  <a:srgbClr val="1F2925"/>
                </a:solidFill>
                <a:latin typeface="Helvetica Neue"/>
                <a:ea typeface="Helvetica Neue"/>
                <a:cs typeface="Helvetica Neue"/>
              </a:rPr>
              <a:t>Agronomy is</a:t>
            </a:r>
          </a:p>
          <a:p xmlns:a="http://schemas.openxmlformats.org/drawingml/2006/main">
            <a:pPr algn="l">
              <a:defRPr sz="4500" b="1">
                <a:solidFill>
                  <a:srgbClr val="1F2925"/>
                </a:solidFill>
                <a:latin typeface="Helvetica Neue"/>
                <a:ea typeface="Helvetica Neue"/>
                <a:cs typeface="Helvetica Neue"/>
              </a:defRPr>
            </a:pPr>
            <a:r>
              <a:rPr sz="4500" b="1">
                <a:solidFill>
                  <a:srgbClr val="1F2925"/>
                </a:solidFill>
                <a:latin typeface="Helvetica Neue"/>
                <a:ea typeface="Helvetica Neue"/>
                <a:cs typeface="Helvetica Neue"/>
              </a:rPr>
              <a:t>situated.</a:t>
            </a:r>
          </a:p>
        </p:txBody>
      </p:sp>
      <p:sp>
        <p:nvSpPr>
          <p:cNvPr id="4" name="slide-2-left-body">
            <a:extLst xmlns:a="http://schemas.openxmlformats.org/drawingml/2006/main">
              <a:ext uri="{FF2B5EF4-FFF2-40B4-BE49-F238E27FC236}">
                <a16:creationId xmlns:a16="http://schemas.microsoft.com/office/drawing/2014/main" id="{842ACD33-A4D8-465D-A9F3-673A5D4AC6BC}"/>
              </a:ext>
            </a:extLst>
          </p:cNvPr>
          <p:cNvSpPr>
            <a:spLocks xmlns:a="http://schemas.openxmlformats.org/drawingml/2006/main" noGrp="1"/>
          </p:cNvSpPr>
          <p:nvPr/>
        </p:nvSpPr>
        <p:spPr>
          <a:xfrm xmlns:a="http://schemas.openxmlformats.org/drawingml/2006/main">
            <a:off x="419100" y="3667125"/>
            <a:ext cx="4762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a:solidFill>
                  <a:srgbClr val="64706A"/>
                </a:solidFill>
                <a:latin typeface="Helvetica Neue"/>
                <a:ea typeface="Helvetica Neue"/>
                <a:cs typeface="Helvetica Neue"/>
              </a:defRPr>
            </a:pPr>
            <a:r>
              <a:rPr sz="1950" b="0">
                <a:solidFill>
                  <a:srgbClr val="64706A"/>
                </a:solidFill>
                <a:latin typeface="Helvetica Neue"/>
                <a:ea typeface="Helvetica Neue"/>
                <a:cs typeface="Helvetica Neue"/>
              </a:rPr>
              <a:t>The same symptom can imply a different next step when crop stage, soil, weather, field history, jurisdiction or product label changes.</a:t>
            </a:r>
          </a:p>
        </p:txBody>
      </p:sp>
      <p:sp>
        <p:nvSpPr>
          <p:cNvPr id="5" name="slide-2-question-panel">
            <a:extLst xmlns:a="http://schemas.openxmlformats.org/drawingml/2006/main">
              <a:ext uri="{FF2B5EF4-FFF2-40B4-BE49-F238E27FC236}">
                <a16:creationId xmlns:a16="http://schemas.microsoft.com/office/drawing/2014/main" id="{CB4F06FB-06E2-49B7-B893-A3767F72CB0F}"/>
              </a:ext>
            </a:extLst>
          </p:cNvPr>
          <p:cNvSpPr>
            <a:spLocks xmlns:a="http://schemas.openxmlformats.org/drawingml/2006/main" noGrp="1"/>
          </p:cNvSpPr>
          <p:nvPr/>
        </p:nvSpPr>
        <p:spPr>
          <a:xfrm xmlns:a="http://schemas.openxmlformats.org/drawingml/2006/main">
            <a:off x="5905500" y="1238250"/>
            <a:ext cx="5572125" cy="4476750"/>
          </a:xfrm>
          <a:prstGeom xmlns:a="http://schemas.openxmlformats.org/drawingml/2006/main" prst="rect">
            <a:avLst/>
          </a:prstGeom>
          <a:solidFill xmlns:a="http://schemas.openxmlformats.org/drawingml/2006/main">
            <a:srgbClr val="EAF3F6"/>
          </a:solidFill>
          <a:ln xmlns:a="http://schemas.openxmlformats.org/drawingml/2006/main" w="9525">
            <a:solidFill>
              <a:srgbClr val="CBD1CA"/>
            </a:solidFill>
            <a:prstDash val="solid"/>
          </a:ln>
        </p:spPr>
      </p:sp>
      <p:sp>
        <p:nvSpPr>
          <p:cNvPr id="6" name="slide-2-question-label">
            <a:extLst xmlns:a="http://schemas.openxmlformats.org/drawingml/2006/main">
              <a:ext uri="{FF2B5EF4-FFF2-40B4-BE49-F238E27FC236}">
                <a16:creationId xmlns:a16="http://schemas.microsoft.com/office/drawing/2014/main" id="{C19098DA-C1C3-4892-B906-C2EEE420C292}"/>
              </a:ext>
            </a:extLst>
          </p:cNvPr>
          <p:cNvSpPr>
            <a:spLocks xmlns:a="http://schemas.openxmlformats.org/drawingml/2006/main" noGrp="1"/>
          </p:cNvSpPr>
          <p:nvPr/>
        </p:nvSpPr>
        <p:spPr>
          <a:xfrm xmlns:a="http://schemas.openxmlformats.org/drawingml/2006/main">
            <a:off x="6286500" y="166687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F6F8F"/>
                </a:solidFill>
                <a:latin typeface="Helvetica Neue"/>
                <a:ea typeface="Helvetica Neue"/>
                <a:cs typeface="Helvetica Neue"/>
              </a:defRPr>
            </a:pPr>
            <a:r>
              <a:rPr sz="1650" b="1">
                <a:solidFill>
                  <a:srgbClr val="2F6F8F"/>
                </a:solidFill>
                <a:latin typeface="Helvetica Neue"/>
                <a:ea typeface="Helvetica Neue"/>
                <a:cs typeface="Helvetica Neue"/>
              </a:rPr>
              <a:t>A real field question</a:t>
            </a:r>
          </a:p>
        </p:txBody>
      </p:sp>
      <p:sp>
        <p:nvSpPr>
          <p:cNvPr id="7" name="slide-2-question">
            <a:extLst xmlns:a="http://schemas.openxmlformats.org/drawingml/2006/main">
              <a:ext uri="{FF2B5EF4-FFF2-40B4-BE49-F238E27FC236}">
                <a16:creationId xmlns:a16="http://schemas.microsoft.com/office/drawing/2014/main" id="{0FFE9129-0B52-4C91-86CE-7D21E991D5EA}"/>
              </a:ext>
            </a:extLst>
          </p:cNvPr>
          <p:cNvSpPr>
            <a:spLocks xmlns:a="http://schemas.openxmlformats.org/drawingml/2006/main" noGrp="1"/>
          </p:cNvSpPr>
          <p:nvPr/>
        </p:nvSpPr>
        <p:spPr>
          <a:xfrm xmlns:a="http://schemas.openxmlformats.org/drawingml/2006/main">
            <a:off x="6286500" y="2238375"/>
            <a:ext cx="4572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a:solidFill>
                  <a:srgbClr val="1F2925"/>
                </a:solidFill>
                <a:latin typeface="Helvetica Neue"/>
                <a:ea typeface="Helvetica Neue"/>
                <a:cs typeface="Helvetica Neue"/>
              </a:defRPr>
            </a:pPr>
            <a:r>
              <a:rPr sz="2625" b="1">
                <a:solidFill>
                  <a:srgbClr val="1F2925"/>
                </a:solidFill>
                <a:latin typeface="Helvetica Neue"/>
                <a:ea typeface="Helvetica Neue"/>
                <a:cs typeface="Helvetica Neue"/>
              </a:rPr>
              <a:t>“My canola is pale in patches after a wet start. What should I do?”</a:t>
            </a:r>
          </a:p>
        </p:txBody>
      </p:sp>
      <p:sp>
        <p:nvSpPr>
          <p:cNvPr id="8" name="slide-2-fact-dot-0">
            <a:extLst xmlns:a="http://schemas.openxmlformats.org/drawingml/2006/main">
              <a:ext uri="{FF2B5EF4-FFF2-40B4-BE49-F238E27FC236}">
                <a16:creationId xmlns:a16="http://schemas.microsoft.com/office/drawing/2014/main" id="{F1F46475-A4AE-49F4-B390-A503468FC2E4}"/>
              </a:ext>
            </a:extLst>
          </p:cNvPr>
          <p:cNvSpPr>
            <a:spLocks xmlns:a="http://schemas.openxmlformats.org/drawingml/2006/main" noGrp="1"/>
          </p:cNvSpPr>
          <p:nvPr/>
        </p:nvSpPr>
        <p:spPr>
          <a:xfrm xmlns:a="http://schemas.openxmlformats.org/drawingml/2006/main">
            <a:off x="6305550" y="3924300"/>
            <a:ext cx="123825" cy="123825"/>
          </a:xfrm>
          <a:prstGeom xmlns:a="http://schemas.openxmlformats.org/drawingml/2006/main" prst="ellipse">
            <a:avLst/>
          </a:prstGeom>
          <a:solidFill xmlns:a="http://schemas.openxmlformats.org/drawingml/2006/main">
            <a:srgbClr val="C18B36"/>
          </a:solidFill>
          <a:ln xmlns:a="http://schemas.openxmlformats.org/drawingml/2006/main" w="0">
            <a:solidFill>
              <a:srgbClr val="C18B36"/>
            </a:solidFill>
            <a:prstDash val="solid"/>
          </a:ln>
        </p:spPr>
      </p:sp>
      <p:sp>
        <p:nvSpPr>
          <p:cNvPr id="9" name="slide-2-fact-0">
            <a:extLst xmlns:a="http://schemas.openxmlformats.org/drawingml/2006/main">
              <a:ext uri="{FF2B5EF4-FFF2-40B4-BE49-F238E27FC236}">
                <a16:creationId xmlns:a16="http://schemas.microsoft.com/office/drawing/2014/main" id="{A98CACC4-BB24-4CBF-B940-26FA9890B7FD}"/>
              </a:ext>
            </a:extLst>
          </p:cNvPr>
          <p:cNvSpPr>
            <a:spLocks xmlns:a="http://schemas.openxmlformats.org/drawingml/2006/main" noGrp="1"/>
          </p:cNvSpPr>
          <p:nvPr/>
        </p:nvSpPr>
        <p:spPr>
          <a:xfrm xmlns:a="http://schemas.openxmlformats.org/drawingml/2006/main">
            <a:off x="6553200" y="38290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F2925"/>
                </a:solidFill>
                <a:latin typeface="Helvetica Neue"/>
                <a:ea typeface="Helvetica Neue"/>
                <a:cs typeface="Helvetica Neue"/>
              </a:defRPr>
            </a:pPr>
            <a:r>
              <a:rPr sz="1575" b="0">
                <a:solidFill>
                  <a:srgbClr val="1F2925"/>
                </a:solidFill>
                <a:latin typeface="Helvetica Neue"/>
                <a:ea typeface="Helvetica Neue"/>
                <a:cs typeface="Helvetica Neue"/>
              </a:rPr>
              <a:t>Where and when?</a:t>
            </a:r>
          </a:p>
        </p:txBody>
      </p:sp>
      <p:sp>
        <p:nvSpPr>
          <p:cNvPr id="10" name="slide-2-fact-dot-1">
            <a:extLst xmlns:a="http://schemas.openxmlformats.org/drawingml/2006/main">
              <a:ext uri="{FF2B5EF4-FFF2-40B4-BE49-F238E27FC236}">
                <a16:creationId xmlns:a16="http://schemas.microsoft.com/office/drawing/2014/main" id="{BA5037F9-75FF-467F-8D27-98D0C8130F89}"/>
              </a:ext>
            </a:extLst>
          </p:cNvPr>
          <p:cNvSpPr>
            <a:spLocks xmlns:a="http://schemas.openxmlformats.org/drawingml/2006/main" noGrp="1"/>
          </p:cNvSpPr>
          <p:nvPr/>
        </p:nvSpPr>
        <p:spPr>
          <a:xfrm xmlns:a="http://schemas.openxmlformats.org/drawingml/2006/main">
            <a:off x="6305550" y="4333875"/>
            <a:ext cx="123825" cy="123825"/>
          </a:xfrm>
          <a:prstGeom xmlns:a="http://schemas.openxmlformats.org/drawingml/2006/main" prst="ellipse">
            <a:avLst/>
          </a:prstGeom>
          <a:solidFill xmlns:a="http://schemas.openxmlformats.org/drawingml/2006/main">
            <a:srgbClr val="C18B36"/>
          </a:solidFill>
          <a:ln xmlns:a="http://schemas.openxmlformats.org/drawingml/2006/main" w="0">
            <a:solidFill>
              <a:srgbClr val="C18B36"/>
            </a:solidFill>
            <a:prstDash val="solid"/>
          </a:ln>
        </p:spPr>
      </p:sp>
      <p:sp>
        <p:nvSpPr>
          <p:cNvPr id="11" name="slide-2-fact-1">
            <a:extLst xmlns:a="http://schemas.openxmlformats.org/drawingml/2006/main">
              <a:ext uri="{FF2B5EF4-FFF2-40B4-BE49-F238E27FC236}">
                <a16:creationId xmlns:a16="http://schemas.microsoft.com/office/drawing/2014/main" id="{13986F11-A4F8-4481-8CE8-27AECA3A7AB9}"/>
              </a:ext>
            </a:extLst>
          </p:cNvPr>
          <p:cNvSpPr>
            <a:spLocks xmlns:a="http://schemas.openxmlformats.org/drawingml/2006/main" noGrp="1"/>
          </p:cNvSpPr>
          <p:nvPr/>
        </p:nvSpPr>
        <p:spPr>
          <a:xfrm xmlns:a="http://schemas.openxmlformats.org/drawingml/2006/main">
            <a:off x="6553200" y="4238625"/>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F2925"/>
                </a:solidFill>
                <a:latin typeface="Helvetica Neue"/>
                <a:ea typeface="Helvetica Neue"/>
                <a:cs typeface="Helvetica Neue"/>
              </a:defRPr>
            </a:pPr>
            <a:r>
              <a:rPr sz="1575" b="0">
                <a:solidFill>
                  <a:srgbClr val="1F2925"/>
                </a:solidFill>
                <a:latin typeface="Helvetica Neue"/>
                <a:ea typeface="Helvetica Neue"/>
                <a:cs typeface="Helvetica Neue"/>
              </a:rPr>
              <a:t>What pattern?</a:t>
            </a:r>
          </a:p>
        </p:txBody>
      </p:sp>
      <p:sp>
        <p:nvSpPr>
          <p:cNvPr id="12" name="slide-2-fact-dot-2">
            <a:extLst xmlns:a="http://schemas.openxmlformats.org/drawingml/2006/main">
              <a:ext uri="{FF2B5EF4-FFF2-40B4-BE49-F238E27FC236}">
                <a16:creationId xmlns:a16="http://schemas.microsoft.com/office/drawing/2014/main" id="{706A9C60-8015-4A02-84E0-26AD5158027B}"/>
              </a:ext>
            </a:extLst>
          </p:cNvPr>
          <p:cNvSpPr>
            <a:spLocks xmlns:a="http://schemas.openxmlformats.org/drawingml/2006/main" noGrp="1"/>
          </p:cNvSpPr>
          <p:nvPr/>
        </p:nvSpPr>
        <p:spPr>
          <a:xfrm xmlns:a="http://schemas.openxmlformats.org/drawingml/2006/main">
            <a:off x="6305550" y="4743450"/>
            <a:ext cx="123825" cy="123825"/>
          </a:xfrm>
          <a:prstGeom xmlns:a="http://schemas.openxmlformats.org/drawingml/2006/main" prst="ellipse">
            <a:avLst/>
          </a:prstGeom>
          <a:solidFill xmlns:a="http://schemas.openxmlformats.org/drawingml/2006/main">
            <a:srgbClr val="C18B36"/>
          </a:solidFill>
          <a:ln xmlns:a="http://schemas.openxmlformats.org/drawingml/2006/main" w="0">
            <a:solidFill>
              <a:srgbClr val="C18B36"/>
            </a:solidFill>
            <a:prstDash val="solid"/>
          </a:ln>
        </p:spPr>
      </p:sp>
      <p:sp>
        <p:nvSpPr>
          <p:cNvPr id="13" name="slide-2-fact-2">
            <a:extLst xmlns:a="http://schemas.openxmlformats.org/drawingml/2006/main">
              <a:ext uri="{FF2B5EF4-FFF2-40B4-BE49-F238E27FC236}">
                <a16:creationId xmlns:a16="http://schemas.microsoft.com/office/drawing/2014/main" id="{BA658EC9-BCC9-408C-AB39-DA3A52A99E44}"/>
              </a:ext>
            </a:extLst>
          </p:cNvPr>
          <p:cNvSpPr>
            <a:spLocks xmlns:a="http://schemas.openxmlformats.org/drawingml/2006/main" noGrp="1"/>
          </p:cNvSpPr>
          <p:nvPr/>
        </p:nvSpPr>
        <p:spPr>
          <a:xfrm xmlns:a="http://schemas.openxmlformats.org/drawingml/2006/main">
            <a:off x="6553200" y="464820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F2925"/>
                </a:solidFill>
                <a:latin typeface="Helvetica Neue"/>
                <a:ea typeface="Helvetica Neue"/>
                <a:cs typeface="Helvetica Neue"/>
              </a:defRPr>
            </a:pPr>
            <a:r>
              <a:rPr sz="1575" b="0">
                <a:solidFill>
                  <a:srgbClr val="1F2925"/>
                </a:solidFill>
                <a:latin typeface="Helvetica Neue"/>
                <a:ea typeface="Helvetica Neue"/>
                <a:cs typeface="Helvetica Neue"/>
              </a:rPr>
              <a:t>What tests or observations?</a:t>
            </a:r>
          </a:p>
        </p:txBody>
      </p:sp>
      <p:sp>
        <p:nvSpPr>
          <p:cNvPr id="14" name="slide-2-fact-dot-3">
            <a:extLst xmlns:a="http://schemas.openxmlformats.org/drawingml/2006/main">
              <a:ext uri="{FF2B5EF4-FFF2-40B4-BE49-F238E27FC236}">
                <a16:creationId xmlns:a16="http://schemas.microsoft.com/office/drawing/2014/main" id="{29A496C2-E2F7-44F0-977E-9A8FDE32C161}"/>
              </a:ext>
            </a:extLst>
          </p:cNvPr>
          <p:cNvSpPr>
            <a:spLocks xmlns:a="http://schemas.openxmlformats.org/drawingml/2006/main" noGrp="1"/>
          </p:cNvSpPr>
          <p:nvPr/>
        </p:nvSpPr>
        <p:spPr>
          <a:xfrm xmlns:a="http://schemas.openxmlformats.org/drawingml/2006/main">
            <a:off x="6305550" y="5153025"/>
            <a:ext cx="123825" cy="123825"/>
          </a:xfrm>
          <a:prstGeom xmlns:a="http://schemas.openxmlformats.org/drawingml/2006/main" prst="ellipse">
            <a:avLst/>
          </a:prstGeom>
          <a:solidFill xmlns:a="http://schemas.openxmlformats.org/drawingml/2006/main">
            <a:srgbClr val="B85C4A"/>
          </a:solidFill>
          <a:ln xmlns:a="http://schemas.openxmlformats.org/drawingml/2006/main" w="0">
            <a:solidFill>
              <a:srgbClr val="B85C4A"/>
            </a:solidFill>
            <a:prstDash val="solid"/>
          </a:ln>
        </p:spPr>
      </p:sp>
      <p:sp>
        <p:nvSpPr>
          <p:cNvPr id="15" name="slide-2-fact-3">
            <a:extLst xmlns:a="http://schemas.openxmlformats.org/drawingml/2006/main">
              <a:ext uri="{FF2B5EF4-FFF2-40B4-BE49-F238E27FC236}">
                <a16:creationId xmlns:a16="http://schemas.microsoft.com/office/drawing/2014/main" id="{38AE2636-ABB5-4626-8DB6-B9206AD96278}"/>
              </a:ext>
            </a:extLst>
          </p:cNvPr>
          <p:cNvSpPr>
            <a:spLocks xmlns:a="http://schemas.openxmlformats.org/drawingml/2006/main" noGrp="1"/>
          </p:cNvSpPr>
          <p:nvPr/>
        </p:nvSpPr>
        <p:spPr>
          <a:xfrm xmlns:a="http://schemas.openxmlformats.org/drawingml/2006/main">
            <a:off x="6553200" y="5057775"/>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F2925"/>
                </a:solidFill>
                <a:latin typeface="Helvetica Neue"/>
                <a:ea typeface="Helvetica Neue"/>
                <a:cs typeface="Helvetica Neue"/>
              </a:defRPr>
            </a:pPr>
            <a:r>
              <a:rPr sz="1575" b="0">
                <a:solidFill>
                  <a:srgbClr val="1F2925"/>
                </a:solidFill>
                <a:latin typeface="Helvetica Neue"/>
                <a:ea typeface="Helvetica Neue"/>
                <a:cs typeface="Helvetica Neue"/>
              </a:rPr>
              <a:t>What current authority applies?</a:t>
            </a:r>
          </a:p>
        </p:txBody>
      </p:sp>
      <p:sp>
        <p:nvSpPr>
          <p:cNvPr id="16" name="slide-2-footer">
            <a:extLst xmlns:a="http://schemas.openxmlformats.org/drawingml/2006/main">
              <a:ext uri="{FF2B5EF4-FFF2-40B4-BE49-F238E27FC236}">
                <a16:creationId xmlns:a16="http://schemas.microsoft.com/office/drawing/2014/main" id="{1E85676B-5CEC-4B06-97CA-B0B710F0C598}"/>
              </a:ext>
            </a:extLst>
          </p:cNvPr>
          <p:cNvSpPr>
            <a:spLocks xmlns:a="http://schemas.openxmlformats.org/drawingml/2006/main" noGrp="1"/>
          </p:cNvSpPr>
          <p:nvPr/>
        </p:nvSpPr>
        <p:spPr>
          <a:xfrm xmlns:a="http://schemas.openxmlformats.org/drawingml/2006/main">
            <a:off x="419100" y="6286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Open Agronomy Agent</a:t>
            </a:r>
          </a:p>
        </p:txBody>
      </p:sp>
      <p:sp>
        <p:nvSpPr>
          <p:cNvPr id="17" name="slide-2-number">
            <a:extLst xmlns:a="http://schemas.openxmlformats.org/drawingml/2006/main">
              <a:ext uri="{FF2B5EF4-FFF2-40B4-BE49-F238E27FC236}">
                <a16:creationId xmlns:a16="http://schemas.microsoft.com/office/drawing/2014/main" id="{4F2F7128-D1B7-4253-94EA-F32C550D9EC0}"/>
              </a:ext>
            </a:extLst>
          </p:cNvPr>
          <p:cNvSpPr>
            <a:spLocks xmlns:a="http://schemas.openxmlformats.org/drawingml/2006/main" noGrp="1"/>
          </p:cNvSpPr>
          <p:nvPr/>
        </p:nvSpPr>
        <p:spPr>
          <a:xfrm xmlns:a="http://schemas.openxmlformats.org/drawingml/2006/main">
            <a:off x="11239500" y="62865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02</a:t>
            </a:r>
          </a:p>
        </p:txBody>
      </p:sp>
    </p:spTree>
    <p:extLst>
      <p:ext uri="{BB962C8B-B14F-4D97-AF65-F5344CB8AC3E}">
        <p14:creationId xmlns:p14="http://schemas.microsoft.com/office/powerpoint/2010/main" val="1275304343"/>
      </p:ext>
    </p:extLst>
  </p:cSld>
</p:sld>
</file>

<file path=ppt/slides/slide3.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sp>
        <p:nvSpPr>
          <p:cNvPr id="39" name="slide-3-title">
            <a:extLst xmlns:a="http://schemas.openxmlformats.org/drawingml/2006/main">
              <a:ext uri="{FF2B5EF4-FFF2-40B4-BE49-F238E27FC236}">
                <a16:creationId xmlns:a16="http://schemas.microsoft.com/office/drawing/2014/main" id="{DA1B1776-429E-4057-B212-85AEA040DE78}"/>
              </a:ext>
            </a:extLst>
          </p:cNvPr>
          <p:cNvSpPr>
            <a:spLocks xmlns:a="http://schemas.openxmlformats.org/drawingml/2006/main" noGrp="1"/>
          </p:cNvSpPr>
          <p:nvPr/>
        </p:nvSpPr>
        <p:spPr>
          <a:xfrm xmlns:a="http://schemas.openxmlformats.org/drawingml/2006/main">
            <a:off x="419100" y="3238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F2925"/>
                </a:solidFill>
                <a:latin typeface="Helvetica Neue"/>
                <a:ea typeface="Helvetica Neue"/>
                <a:cs typeface="Helvetica Neue"/>
              </a:defRPr>
            </a:pPr>
            <a:r>
              <a:rPr sz="3450" b="1">
                <a:solidFill>
                  <a:srgbClr val="1F2925"/>
                </a:solidFill>
                <a:latin typeface="Helvetica Neue"/>
                <a:ea typeface="Helvetica Neue"/>
                <a:cs typeface="Helvetica Neue"/>
              </a:rPr>
              <a:t>The model sits inside an evidence and trust pipeline</a:t>
            </a:r>
          </a:p>
        </p:txBody>
      </p:sp>
      <p:sp>
        <p:nvSpPr>
          <p:cNvPr id="2" name="slide-3-subtitle">
            <a:extLst xmlns:a="http://schemas.openxmlformats.org/drawingml/2006/main">
              <a:ext uri="{FF2B5EF4-FFF2-40B4-BE49-F238E27FC236}">
                <a16:creationId xmlns:a16="http://schemas.microsoft.com/office/drawing/2014/main" id="{45D2883F-46D0-45D5-A8E2-047F3BE259A1}"/>
              </a:ext>
            </a:extLst>
          </p:cNvPr>
          <p:cNvSpPr>
            <a:spLocks xmlns:a="http://schemas.openxmlformats.org/drawingml/2006/main" noGrp="1"/>
          </p:cNvSpPr>
          <p:nvPr/>
        </p:nvSpPr>
        <p:spPr>
          <a:xfrm xmlns:a="http://schemas.openxmlformats.org/drawingml/2006/main">
            <a:off x="419100" y="9906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4706A"/>
                </a:solidFill>
                <a:latin typeface="Helvetica Neue"/>
                <a:ea typeface="Helvetica Neue"/>
                <a:cs typeface="Helvetica Neue"/>
              </a:defRPr>
            </a:pPr>
            <a:r>
              <a:rPr sz="1650" b="0">
                <a:solidFill>
                  <a:srgbClr val="64706A"/>
                </a:solidFill>
                <a:latin typeface="Helvetica Neue"/>
                <a:ea typeface="Helvetica Neue"/>
                <a:cs typeface="Helvetica Neue"/>
              </a:rPr>
              <a:t>A field question becomes a versioned evidence packet, answer and trace</a:t>
            </a:r>
          </a:p>
        </p:txBody>
      </p:sp>
      <p:sp>
        <p:nvSpPr>
          <p:cNvPr id="3" name="slide-3-number">
            <a:extLst xmlns:a="http://schemas.openxmlformats.org/drawingml/2006/main">
              <a:ext uri="{FF2B5EF4-FFF2-40B4-BE49-F238E27FC236}">
                <a16:creationId xmlns:a16="http://schemas.microsoft.com/office/drawing/2014/main" id="{59B85048-E340-448F-9063-605A28C7D413}"/>
              </a:ext>
            </a:extLst>
          </p:cNvPr>
          <p:cNvSpPr>
            <a:spLocks xmlns:a="http://schemas.openxmlformats.org/drawingml/2006/main" noGrp="1"/>
          </p:cNvSpPr>
          <p:nvPr/>
        </p:nvSpPr>
        <p:spPr>
          <a:xfrm xmlns:a="http://schemas.openxmlformats.org/drawingml/2006/main">
            <a:off x="11239500" y="62865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03</a:t>
            </a:r>
          </a:p>
        </p:txBody>
      </p:sp>
      <p:sp>
        <p:nvSpPr>
          <p:cNvPr id="4" name="slide-3-link-0">
            <a:extLst xmlns:a="http://schemas.openxmlformats.org/drawingml/2006/main">
              <a:ext uri="{FF2B5EF4-FFF2-40B4-BE49-F238E27FC236}">
                <a16:creationId xmlns:a16="http://schemas.microsoft.com/office/drawing/2014/main" id="{223B55D6-D532-4312-87AE-7B066475703A}"/>
              </a:ext>
            </a:extLst>
          </p:cNvPr>
          <p:cNvSpPr>
            <a:spLocks xmlns:a="http://schemas.openxmlformats.org/drawingml/2006/main" noGrp="1"/>
          </p:cNvSpPr>
          <p:nvPr/>
        </p:nvSpPr>
        <p:spPr>
          <a:xfrm xmlns:a="http://schemas.openxmlformats.org/drawingml/2006/main">
            <a:off x="1666875" y="3038475"/>
            <a:ext cx="857250" cy="47625"/>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5" name="slide-3-link-1">
            <a:extLst xmlns:a="http://schemas.openxmlformats.org/drawingml/2006/main">
              <a:ext uri="{FF2B5EF4-FFF2-40B4-BE49-F238E27FC236}">
                <a16:creationId xmlns:a16="http://schemas.microsoft.com/office/drawing/2014/main" id="{7285E3B9-5AC8-4CB0-A926-9917C1FDA941}"/>
              </a:ext>
            </a:extLst>
          </p:cNvPr>
          <p:cNvSpPr>
            <a:spLocks xmlns:a="http://schemas.openxmlformats.org/drawingml/2006/main" noGrp="1"/>
          </p:cNvSpPr>
          <p:nvPr/>
        </p:nvSpPr>
        <p:spPr>
          <a:xfrm xmlns:a="http://schemas.openxmlformats.org/drawingml/2006/main">
            <a:off x="3667125" y="3038475"/>
            <a:ext cx="857250" cy="47625"/>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6" name="slide-3-link-2">
            <a:extLst xmlns:a="http://schemas.openxmlformats.org/drawingml/2006/main">
              <a:ext uri="{FF2B5EF4-FFF2-40B4-BE49-F238E27FC236}">
                <a16:creationId xmlns:a16="http://schemas.microsoft.com/office/drawing/2014/main" id="{BB9A8891-FA2A-4245-906B-58C4BA7A3AFB}"/>
              </a:ext>
            </a:extLst>
          </p:cNvPr>
          <p:cNvSpPr>
            <a:spLocks xmlns:a="http://schemas.openxmlformats.org/drawingml/2006/main" noGrp="1"/>
          </p:cNvSpPr>
          <p:nvPr/>
        </p:nvSpPr>
        <p:spPr>
          <a:xfrm xmlns:a="http://schemas.openxmlformats.org/drawingml/2006/main">
            <a:off x="5667375" y="3038475"/>
            <a:ext cx="857250" cy="47625"/>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7" name="slide-3-link-3">
            <a:extLst xmlns:a="http://schemas.openxmlformats.org/drawingml/2006/main">
              <a:ext uri="{FF2B5EF4-FFF2-40B4-BE49-F238E27FC236}">
                <a16:creationId xmlns:a16="http://schemas.microsoft.com/office/drawing/2014/main" id="{90DD48CE-4A48-4E11-A9B4-A451D14B29B0}"/>
              </a:ext>
            </a:extLst>
          </p:cNvPr>
          <p:cNvSpPr>
            <a:spLocks xmlns:a="http://schemas.openxmlformats.org/drawingml/2006/main" noGrp="1"/>
          </p:cNvSpPr>
          <p:nvPr/>
        </p:nvSpPr>
        <p:spPr>
          <a:xfrm xmlns:a="http://schemas.openxmlformats.org/drawingml/2006/main">
            <a:off x="7667625" y="3038475"/>
            <a:ext cx="857250" cy="47625"/>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8" name="slide-3-link-4">
            <a:extLst xmlns:a="http://schemas.openxmlformats.org/drawingml/2006/main">
              <a:ext uri="{FF2B5EF4-FFF2-40B4-BE49-F238E27FC236}">
                <a16:creationId xmlns:a16="http://schemas.microsoft.com/office/drawing/2014/main" id="{C0F81304-AF12-4388-B8AF-E0C5D82D895F}"/>
              </a:ext>
            </a:extLst>
          </p:cNvPr>
          <p:cNvSpPr>
            <a:spLocks xmlns:a="http://schemas.openxmlformats.org/drawingml/2006/main" noGrp="1"/>
          </p:cNvSpPr>
          <p:nvPr/>
        </p:nvSpPr>
        <p:spPr>
          <a:xfrm xmlns:a="http://schemas.openxmlformats.org/drawingml/2006/main">
            <a:off x="9667875" y="3038475"/>
            <a:ext cx="857250" cy="47625"/>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9" name="slide-3-node-0">
            <a:extLst xmlns:a="http://schemas.openxmlformats.org/drawingml/2006/main">
              <a:ext uri="{FF2B5EF4-FFF2-40B4-BE49-F238E27FC236}">
                <a16:creationId xmlns:a16="http://schemas.microsoft.com/office/drawing/2014/main" id="{9B17447D-8B21-4FB0-B1CB-AC9A1BA57E06}"/>
              </a:ext>
            </a:extLst>
          </p:cNvPr>
          <p:cNvSpPr>
            <a:spLocks xmlns:a="http://schemas.openxmlformats.org/drawingml/2006/main" noGrp="1"/>
          </p:cNvSpPr>
          <p:nvPr/>
        </p:nvSpPr>
        <p:spPr>
          <a:xfrm xmlns:a="http://schemas.openxmlformats.org/drawingml/2006/main">
            <a:off x="523875" y="2524125"/>
            <a:ext cx="1104900" cy="1104900"/>
          </a:xfrm>
          <a:prstGeom xmlns:a="http://schemas.openxmlformats.org/drawingml/2006/main" prst="ellipse">
            <a:avLst/>
          </a:prstGeom>
          <a:solidFill xmlns:a="http://schemas.openxmlformats.org/drawingml/2006/main">
            <a:srgbClr val="EEF1EC"/>
          </a:solidFill>
          <a:ln xmlns:a="http://schemas.openxmlformats.org/drawingml/2006/main" w="19050">
            <a:solidFill>
              <a:srgbClr val="CBD1CA"/>
            </a:solidFill>
            <a:prstDash val="solid"/>
          </a:ln>
        </p:spPr>
      </p:sp>
      <p:sp>
        <p:nvSpPr>
          <p:cNvPr id="10" name="slide-3-node-number-0">
            <a:extLst xmlns:a="http://schemas.openxmlformats.org/drawingml/2006/main">
              <a:ext uri="{FF2B5EF4-FFF2-40B4-BE49-F238E27FC236}">
                <a16:creationId xmlns:a16="http://schemas.microsoft.com/office/drawing/2014/main" id="{AA1100B0-8A8C-4492-9425-196C71D0C2C0}"/>
              </a:ext>
            </a:extLst>
          </p:cNvPr>
          <p:cNvSpPr>
            <a:spLocks xmlns:a="http://schemas.openxmlformats.org/drawingml/2006/main" noGrp="1"/>
          </p:cNvSpPr>
          <p:nvPr/>
        </p:nvSpPr>
        <p:spPr>
          <a:xfrm xmlns:a="http://schemas.openxmlformats.org/drawingml/2006/main">
            <a:off x="933450" y="26670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64706A"/>
                </a:solidFill>
                <a:latin typeface="Helvetica Neue"/>
                <a:ea typeface="Helvetica Neue"/>
                <a:cs typeface="Helvetica Neue"/>
              </a:defRPr>
            </a:pPr>
            <a:r>
              <a:rPr sz="1500" b="1">
                <a:solidFill>
                  <a:srgbClr val="64706A"/>
                </a:solidFill>
                <a:latin typeface="Helvetica Neue"/>
                <a:ea typeface="Helvetica Neue"/>
                <a:cs typeface="Helvetica Neue"/>
              </a:rPr>
              <a:t>1</a:t>
            </a:r>
          </a:p>
        </p:txBody>
      </p:sp>
      <p:sp>
        <p:nvSpPr>
          <p:cNvPr id="11" name="slide-3-node-label-0">
            <a:extLst xmlns:a="http://schemas.openxmlformats.org/drawingml/2006/main">
              <a:ext uri="{FF2B5EF4-FFF2-40B4-BE49-F238E27FC236}">
                <a16:creationId xmlns:a16="http://schemas.microsoft.com/office/drawing/2014/main" id="{71D365A2-DFCD-440E-B5A9-42E502CC4B99}"/>
              </a:ext>
            </a:extLst>
          </p:cNvPr>
          <p:cNvSpPr>
            <a:spLocks xmlns:a="http://schemas.openxmlformats.org/drawingml/2006/main" noGrp="1"/>
          </p:cNvSpPr>
          <p:nvPr/>
        </p:nvSpPr>
        <p:spPr>
          <a:xfrm xmlns:a="http://schemas.openxmlformats.org/drawingml/2006/main">
            <a:off x="504825" y="2981325"/>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F2925"/>
                </a:solidFill>
                <a:latin typeface="Helvetica Neue"/>
                <a:ea typeface="Helvetica Neue"/>
                <a:cs typeface="Helvetica Neue"/>
              </a:defRPr>
            </a:pPr>
            <a:r>
              <a:rPr sz="1650" b="1">
                <a:solidFill>
                  <a:srgbClr val="1F2925"/>
                </a:solidFill>
                <a:latin typeface="Helvetica Neue"/>
                <a:ea typeface="Helvetica Neue"/>
                <a:cs typeface="Helvetica Neue"/>
              </a:rPr>
              <a:t>Frame</a:t>
            </a:r>
          </a:p>
        </p:txBody>
      </p:sp>
      <p:sp>
        <p:nvSpPr>
          <p:cNvPr id="12" name="slide-3-node-body-0">
            <a:extLst xmlns:a="http://schemas.openxmlformats.org/drawingml/2006/main">
              <a:ext uri="{FF2B5EF4-FFF2-40B4-BE49-F238E27FC236}">
                <a16:creationId xmlns:a16="http://schemas.microsoft.com/office/drawing/2014/main" id="{4489B33D-1752-481C-8F69-1CE88887DDBD}"/>
              </a:ext>
            </a:extLst>
          </p:cNvPr>
          <p:cNvSpPr>
            <a:spLocks xmlns:a="http://schemas.openxmlformats.org/drawingml/2006/main" noGrp="1"/>
          </p:cNvSpPr>
          <p:nvPr/>
        </p:nvSpPr>
        <p:spPr>
          <a:xfrm xmlns:a="http://schemas.openxmlformats.org/drawingml/2006/main">
            <a:off x="276225" y="3876675"/>
            <a:ext cx="1600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Field, crop, place, time</a:t>
            </a:r>
          </a:p>
        </p:txBody>
      </p:sp>
      <p:sp>
        <p:nvSpPr>
          <p:cNvPr id="13" name="slide-3-node-1">
            <a:extLst xmlns:a="http://schemas.openxmlformats.org/drawingml/2006/main">
              <a:ext uri="{FF2B5EF4-FFF2-40B4-BE49-F238E27FC236}">
                <a16:creationId xmlns:a16="http://schemas.microsoft.com/office/drawing/2014/main" id="{963BB3EF-B36B-4B4B-B57D-9C929C87C7DD}"/>
              </a:ext>
            </a:extLst>
          </p:cNvPr>
          <p:cNvSpPr>
            <a:spLocks xmlns:a="http://schemas.openxmlformats.org/drawingml/2006/main" noGrp="1"/>
          </p:cNvSpPr>
          <p:nvPr/>
        </p:nvSpPr>
        <p:spPr>
          <a:xfrm xmlns:a="http://schemas.openxmlformats.org/drawingml/2006/main">
            <a:off x="2524125" y="2524125"/>
            <a:ext cx="1104900" cy="1104900"/>
          </a:xfrm>
          <a:prstGeom xmlns:a="http://schemas.openxmlformats.org/drawingml/2006/main" prst="ellipse">
            <a:avLst/>
          </a:prstGeom>
          <a:solidFill xmlns:a="http://schemas.openxmlformats.org/drawingml/2006/main">
            <a:srgbClr val="EEF1EC"/>
          </a:solidFill>
          <a:ln xmlns:a="http://schemas.openxmlformats.org/drawingml/2006/main" w="19050">
            <a:solidFill>
              <a:srgbClr val="CBD1CA"/>
            </a:solidFill>
            <a:prstDash val="solid"/>
          </a:ln>
        </p:spPr>
      </p:sp>
      <p:sp>
        <p:nvSpPr>
          <p:cNvPr id="14" name="slide-3-node-number-1">
            <a:extLst xmlns:a="http://schemas.openxmlformats.org/drawingml/2006/main">
              <a:ext uri="{FF2B5EF4-FFF2-40B4-BE49-F238E27FC236}">
                <a16:creationId xmlns:a16="http://schemas.microsoft.com/office/drawing/2014/main" id="{7C0029D1-EB4E-4DC9-8662-1D66A47A12E9}"/>
              </a:ext>
            </a:extLst>
          </p:cNvPr>
          <p:cNvSpPr>
            <a:spLocks xmlns:a="http://schemas.openxmlformats.org/drawingml/2006/main" noGrp="1"/>
          </p:cNvSpPr>
          <p:nvPr/>
        </p:nvSpPr>
        <p:spPr>
          <a:xfrm xmlns:a="http://schemas.openxmlformats.org/drawingml/2006/main">
            <a:off x="2933700" y="26670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64706A"/>
                </a:solidFill>
                <a:latin typeface="Helvetica Neue"/>
                <a:ea typeface="Helvetica Neue"/>
                <a:cs typeface="Helvetica Neue"/>
              </a:defRPr>
            </a:pPr>
            <a:r>
              <a:rPr sz="1500" b="1">
                <a:solidFill>
                  <a:srgbClr val="64706A"/>
                </a:solidFill>
                <a:latin typeface="Helvetica Neue"/>
                <a:ea typeface="Helvetica Neue"/>
                <a:cs typeface="Helvetica Neue"/>
              </a:rPr>
              <a:t>2</a:t>
            </a:r>
          </a:p>
        </p:txBody>
      </p:sp>
      <p:sp>
        <p:nvSpPr>
          <p:cNvPr id="15" name="slide-3-node-label-1">
            <a:extLst xmlns:a="http://schemas.openxmlformats.org/drawingml/2006/main">
              <a:ext uri="{FF2B5EF4-FFF2-40B4-BE49-F238E27FC236}">
                <a16:creationId xmlns:a16="http://schemas.microsoft.com/office/drawing/2014/main" id="{63339C07-8001-436D-AA6C-AFB36864298B}"/>
              </a:ext>
            </a:extLst>
          </p:cNvPr>
          <p:cNvSpPr>
            <a:spLocks xmlns:a="http://schemas.openxmlformats.org/drawingml/2006/main" noGrp="1"/>
          </p:cNvSpPr>
          <p:nvPr/>
        </p:nvSpPr>
        <p:spPr>
          <a:xfrm xmlns:a="http://schemas.openxmlformats.org/drawingml/2006/main">
            <a:off x="2505075" y="2981325"/>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F2925"/>
                </a:solidFill>
                <a:latin typeface="Helvetica Neue"/>
                <a:ea typeface="Helvetica Neue"/>
                <a:cs typeface="Helvetica Neue"/>
              </a:defRPr>
            </a:pPr>
            <a:r>
              <a:rPr sz="1650" b="1">
                <a:solidFill>
                  <a:srgbClr val="1F2925"/>
                </a:solidFill>
                <a:latin typeface="Helvetica Neue"/>
                <a:ea typeface="Helvetica Neue"/>
                <a:cs typeface="Helvetica Neue"/>
              </a:rPr>
              <a:t>Route</a:t>
            </a:r>
          </a:p>
        </p:txBody>
      </p:sp>
      <p:sp>
        <p:nvSpPr>
          <p:cNvPr id="16" name="slide-3-node-body-1">
            <a:extLst xmlns:a="http://schemas.openxmlformats.org/drawingml/2006/main">
              <a:ext uri="{FF2B5EF4-FFF2-40B4-BE49-F238E27FC236}">
                <a16:creationId xmlns:a16="http://schemas.microsoft.com/office/drawing/2014/main" id="{774ED20F-E328-47C8-A978-D7EDB9DB282B}"/>
              </a:ext>
            </a:extLst>
          </p:cNvPr>
          <p:cNvSpPr>
            <a:spLocks xmlns:a="http://schemas.openxmlformats.org/drawingml/2006/main" noGrp="1"/>
          </p:cNvSpPr>
          <p:nvPr/>
        </p:nvSpPr>
        <p:spPr>
          <a:xfrm xmlns:a="http://schemas.openxmlformats.org/drawingml/2006/main">
            <a:off x="2276475" y="3876675"/>
            <a:ext cx="1600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Choose evidence and tools</a:t>
            </a:r>
          </a:p>
        </p:txBody>
      </p:sp>
      <p:sp>
        <p:nvSpPr>
          <p:cNvPr id="17" name="slide-3-node-2">
            <a:extLst xmlns:a="http://schemas.openxmlformats.org/drawingml/2006/main">
              <a:ext uri="{FF2B5EF4-FFF2-40B4-BE49-F238E27FC236}">
                <a16:creationId xmlns:a16="http://schemas.microsoft.com/office/drawing/2014/main" id="{FBC14F3E-2C8E-4BD3-A1E9-9FB7354511E7}"/>
              </a:ext>
            </a:extLst>
          </p:cNvPr>
          <p:cNvSpPr>
            <a:spLocks xmlns:a="http://schemas.openxmlformats.org/drawingml/2006/main" noGrp="1"/>
          </p:cNvSpPr>
          <p:nvPr/>
        </p:nvSpPr>
        <p:spPr>
          <a:xfrm xmlns:a="http://schemas.openxmlformats.org/drawingml/2006/main">
            <a:off x="4524375" y="2524125"/>
            <a:ext cx="1104900" cy="1104900"/>
          </a:xfrm>
          <a:prstGeom xmlns:a="http://schemas.openxmlformats.org/drawingml/2006/main" prst="ellipse">
            <a:avLst/>
          </a:prstGeom>
          <a:solidFill xmlns:a="http://schemas.openxmlformats.org/drawingml/2006/main">
            <a:srgbClr val="EEF1EC"/>
          </a:solidFill>
          <a:ln xmlns:a="http://schemas.openxmlformats.org/drawingml/2006/main" w="19050">
            <a:solidFill>
              <a:srgbClr val="CBD1CA"/>
            </a:solidFill>
            <a:prstDash val="solid"/>
          </a:ln>
        </p:spPr>
      </p:sp>
      <p:sp>
        <p:nvSpPr>
          <p:cNvPr id="18" name="slide-3-node-number-2">
            <a:extLst xmlns:a="http://schemas.openxmlformats.org/drawingml/2006/main">
              <a:ext uri="{FF2B5EF4-FFF2-40B4-BE49-F238E27FC236}">
                <a16:creationId xmlns:a16="http://schemas.microsoft.com/office/drawing/2014/main" id="{4191A2A4-55F8-4C28-A197-9A4E535A0D80}"/>
              </a:ext>
            </a:extLst>
          </p:cNvPr>
          <p:cNvSpPr>
            <a:spLocks xmlns:a="http://schemas.openxmlformats.org/drawingml/2006/main" noGrp="1"/>
          </p:cNvSpPr>
          <p:nvPr/>
        </p:nvSpPr>
        <p:spPr>
          <a:xfrm xmlns:a="http://schemas.openxmlformats.org/drawingml/2006/main">
            <a:off x="4933950" y="26670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64706A"/>
                </a:solidFill>
                <a:latin typeface="Helvetica Neue"/>
                <a:ea typeface="Helvetica Neue"/>
                <a:cs typeface="Helvetica Neue"/>
              </a:defRPr>
            </a:pPr>
            <a:r>
              <a:rPr sz="1500" b="1">
                <a:solidFill>
                  <a:srgbClr val="64706A"/>
                </a:solidFill>
                <a:latin typeface="Helvetica Neue"/>
                <a:ea typeface="Helvetica Neue"/>
                <a:cs typeface="Helvetica Neue"/>
              </a:rPr>
              <a:t>3</a:t>
            </a:r>
          </a:p>
        </p:txBody>
      </p:sp>
      <p:sp>
        <p:nvSpPr>
          <p:cNvPr id="19" name="slide-3-node-label-2">
            <a:extLst xmlns:a="http://schemas.openxmlformats.org/drawingml/2006/main">
              <a:ext uri="{FF2B5EF4-FFF2-40B4-BE49-F238E27FC236}">
                <a16:creationId xmlns:a16="http://schemas.microsoft.com/office/drawing/2014/main" id="{5E2CF899-F9AA-4E5E-B6CF-08CE7474F417}"/>
              </a:ext>
            </a:extLst>
          </p:cNvPr>
          <p:cNvSpPr>
            <a:spLocks xmlns:a="http://schemas.openxmlformats.org/drawingml/2006/main" noGrp="1"/>
          </p:cNvSpPr>
          <p:nvPr/>
        </p:nvSpPr>
        <p:spPr>
          <a:xfrm xmlns:a="http://schemas.openxmlformats.org/drawingml/2006/main">
            <a:off x="4505325" y="2981325"/>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F2925"/>
                </a:solidFill>
                <a:latin typeface="Helvetica Neue"/>
                <a:ea typeface="Helvetica Neue"/>
                <a:cs typeface="Helvetica Neue"/>
              </a:defRPr>
            </a:pPr>
            <a:r>
              <a:rPr sz="1650" b="1">
                <a:solidFill>
                  <a:srgbClr val="1F2925"/>
                </a:solidFill>
                <a:latin typeface="Helvetica Neue"/>
                <a:ea typeface="Helvetica Neue"/>
                <a:cs typeface="Helvetica Neue"/>
              </a:rPr>
              <a:t>Retrieve</a:t>
            </a:r>
          </a:p>
        </p:txBody>
      </p:sp>
      <p:sp>
        <p:nvSpPr>
          <p:cNvPr id="20" name="slide-3-node-body-2">
            <a:extLst xmlns:a="http://schemas.openxmlformats.org/drawingml/2006/main">
              <a:ext uri="{FF2B5EF4-FFF2-40B4-BE49-F238E27FC236}">
                <a16:creationId xmlns:a16="http://schemas.microsoft.com/office/drawing/2014/main" id="{C2E4670F-D2A9-4C5D-B53B-A4B6DC9A3D5D}"/>
              </a:ext>
            </a:extLst>
          </p:cNvPr>
          <p:cNvSpPr>
            <a:spLocks xmlns:a="http://schemas.openxmlformats.org/drawingml/2006/main" noGrp="1"/>
          </p:cNvSpPr>
          <p:nvPr/>
        </p:nvSpPr>
        <p:spPr>
          <a:xfrm xmlns:a="http://schemas.openxmlformats.org/drawingml/2006/main">
            <a:off x="4276725" y="3876675"/>
            <a:ext cx="1600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Admit only governed sources</a:t>
            </a:r>
          </a:p>
        </p:txBody>
      </p:sp>
      <p:sp>
        <p:nvSpPr>
          <p:cNvPr id="21" name="slide-3-node-3">
            <a:extLst xmlns:a="http://schemas.openxmlformats.org/drawingml/2006/main">
              <a:ext uri="{FF2B5EF4-FFF2-40B4-BE49-F238E27FC236}">
                <a16:creationId xmlns:a16="http://schemas.microsoft.com/office/drawing/2014/main" id="{7AF07FEF-7B1C-4FF3-BB39-99BAFB2ED787}"/>
              </a:ext>
            </a:extLst>
          </p:cNvPr>
          <p:cNvSpPr>
            <a:spLocks xmlns:a="http://schemas.openxmlformats.org/drawingml/2006/main" noGrp="1"/>
          </p:cNvSpPr>
          <p:nvPr/>
        </p:nvSpPr>
        <p:spPr>
          <a:xfrm xmlns:a="http://schemas.openxmlformats.org/drawingml/2006/main">
            <a:off x="6524625" y="2524125"/>
            <a:ext cx="1104900" cy="1104900"/>
          </a:xfrm>
          <a:prstGeom xmlns:a="http://schemas.openxmlformats.org/drawingml/2006/main" prst="ellipse">
            <a:avLst/>
          </a:prstGeom>
          <a:solidFill xmlns:a="http://schemas.openxmlformats.org/drawingml/2006/main">
            <a:srgbClr val="2F6F8F"/>
          </a:solidFill>
          <a:ln xmlns:a="http://schemas.openxmlformats.org/drawingml/2006/main" w="19050">
            <a:solidFill>
              <a:srgbClr val="2F6F8F"/>
            </a:solidFill>
            <a:prstDash val="solid"/>
          </a:ln>
        </p:spPr>
      </p:sp>
      <p:sp>
        <p:nvSpPr>
          <p:cNvPr id="22" name="slide-3-node-number-3">
            <a:extLst xmlns:a="http://schemas.openxmlformats.org/drawingml/2006/main">
              <a:ext uri="{FF2B5EF4-FFF2-40B4-BE49-F238E27FC236}">
                <a16:creationId xmlns:a16="http://schemas.microsoft.com/office/drawing/2014/main" id="{E8A7BA08-CD60-4602-9999-76F190935CAE}"/>
              </a:ext>
            </a:extLst>
          </p:cNvPr>
          <p:cNvSpPr>
            <a:spLocks xmlns:a="http://schemas.openxmlformats.org/drawingml/2006/main" noGrp="1"/>
          </p:cNvSpPr>
          <p:nvPr/>
        </p:nvSpPr>
        <p:spPr>
          <a:xfrm xmlns:a="http://schemas.openxmlformats.org/drawingml/2006/main">
            <a:off x="6934200" y="26670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4</a:t>
            </a:r>
          </a:p>
        </p:txBody>
      </p:sp>
      <p:sp>
        <p:nvSpPr>
          <p:cNvPr id="23" name="slide-3-node-label-3">
            <a:extLst xmlns:a="http://schemas.openxmlformats.org/drawingml/2006/main">
              <a:ext uri="{FF2B5EF4-FFF2-40B4-BE49-F238E27FC236}">
                <a16:creationId xmlns:a16="http://schemas.microsoft.com/office/drawing/2014/main" id="{E8C5B31E-79D3-4BF8-A142-6499E66B053A}"/>
              </a:ext>
            </a:extLst>
          </p:cNvPr>
          <p:cNvSpPr>
            <a:spLocks xmlns:a="http://schemas.openxmlformats.org/drawingml/2006/main" noGrp="1"/>
          </p:cNvSpPr>
          <p:nvPr/>
        </p:nvSpPr>
        <p:spPr>
          <a:xfrm xmlns:a="http://schemas.openxmlformats.org/drawingml/2006/main">
            <a:off x="6505575" y="2981325"/>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Generate</a:t>
            </a:r>
          </a:p>
        </p:txBody>
      </p:sp>
      <p:sp>
        <p:nvSpPr>
          <p:cNvPr id="24" name="slide-3-node-body-3">
            <a:extLst xmlns:a="http://schemas.openxmlformats.org/drawingml/2006/main">
              <a:ext uri="{FF2B5EF4-FFF2-40B4-BE49-F238E27FC236}">
                <a16:creationId xmlns:a16="http://schemas.microsoft.com/office/drawing/2014/main" id="{63BD6797-01C6-4878-A6FF-5912C381023A}"/>
              </a:ext>
            </a:extLst>
          </p:cNvPr>
          <p:cNvSpPr>
            <a:spLocks xmlns:a="http://schemas.openxmlformats.org/drawingml/2006/main" noGrp="1"/>
          </p:cNvSpPr>
          <p:nvPr/>
        </p:nvSpPr>
        <p:spPr>
          <a:xfrm xmlns:a="http://schemas.openxmlformats.org/drawingml/2006/main">
            <a:off x="6276975" y="3876675"/>
            <a:ext cx="1600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Run a replaceable model</a:t>
            </a:r>
          </a:p>
        </p:txBody>
      </p:sp>
      <p:sp>
        <p:nvSpPr>
          <p:cNvPr id="25" name="slide-3-node-4">
            <a:extLst xmlns:a="http://schemas.openxmlformats.org/drawingml/2006/main">
              <a:ext uri="{FF2B5EF4-FFF2-40B4-BE49-F238E27FC236}">
                <a16:creationId xmlns:a16="http://schemas.microsoft.com/office/drawing/2014/main" id="{11F46E6C-49F5-4D18-93FD-1B074CF9039A}"/>
              </a:ext>
            </a:extLst>
          </p:cNvPr>
          <p:cNvSpPr>
            <a:spLocks xmlns:a="http://schemas.openxmlformats.org/drawingml/2006/main" noGrp="1"/>
          </p:cNvSpPr>
          <p:nvPr/>
        </p:nvSpPr>
        <p:spPr>
          <a:xfrm xmlns:a="http://schemas.openxmlformats.org/drawingml/2006/main">
            <a:off x="8524875" y="2524125"/>
            <a:ext cx="1104900" cy="1104900"/>
          </a:xfrm>
          <a:prstGeom xmlns:a="http://schemas.openxmlformats.org/drawingml/2006/main" prst="ellipse">
            <a:avLst/>
          </a:prstGeom>
          <a:solidFill xmlns:a="http://schemas.openxmlformats.org/drawingml/2006/main">
            <a:srgbClr val="EEF1EC"/>
          </a:solidFill>
          <a:ln xmlns:a="http://schemas.openxmlformats.org/drawingml/2006/main" w="19050">
            <a:solidFill>
              <a:srgbClr val="CBD1CA"/>
            </a:solidFill>
            <a:prstDash val="solid"/>
          </a:ln>
        </p:spPr>
      </p:sp>
      <p:sp>
        <p:nvSpPr>
          <p:cNvPr id="26" name="slide-3-node-number-4">
            <a:extLst xmlns:a="http://schemas.openxmlformats.org/drawingml/2006/main">
              <a:ext uri="{FF2B5EF4-FFF2-40B4-BE49-F238E27FC236}">
                <a16:creationId xmlns:a16="http://schemas.microsoft.com/office/drawing/2014/main" id="{907D06B3-9713-48BD-B722-19382B8314BE}"/>
              </a:ext>
            </a:extLst>
          </p:cNvPr>
          <p:cNvSpPr>
            <a:spLocks xmlns:a="http://schemas.openxmlformats.org/drawingml/2006/main" noGrp="1"/>
          </p:cNvSpPr>
          <p:nvPr/>
        </p:nvSpPr>
        <p:spPr>
          <a:xfrm xmlns:a="http://schemas.openxmlformats.org/drawingml/2006/main">
            <a:off x="8934450" y="26670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64706A"/>
                </a:solidFill>
                <a:latin typeface="Helvetica Neue"/>
                <a:ea typeface="Helvetica Neue"/>
                <a:cs typeface="Helvetica Neue"/>
              </a:defRPr>
            </a:pPr>
            <a:r>
              <a:rPr sz="1500" b="1">
                <a:solidFill>
                  <a:srgbClr val="64706A"/>
                </a:solidFill>
                <a:latin typeface="Helvetica Neue"/>
                <a:ea typeface="Helvetica Neue"/>
                <a:cs typeface="Helvetica Neue"/>
              </a:rPr>
              <a:t>5</a:t>
            </a:r>
          </a:p>
        </p:txBody>
      </p:sp>
      <p:sp>
        <p:nvSpPr>
          <p:cNvPr id="27" name="slide-3-node-label-4">
            <a:extLst xmlns:a="http://schemas.openxmlformats.org/drawingml/2006/main">
              <a:ext uri="{FF2B5EF4-FFF2-40B4-BE49-F238E27FC236}">
                <a16:creationId xmlns:a16="http://schemas.microsoft.com/office/drawing/2014/main" id="{69649F20-ADDB-4764-BB70-489C5EF52DF7}"/>
              </a:ext>
            </a:extLst>
          </p:cNvPr>
          <p:cNvSpPr>
            <a:spLocks xmlns:a="http://schemas.openxmlformats.org/drawingml/2006/main" noGrp="1"/>
          </p:cNvSpPr>
          <p:nvPr/>
        </p:nvSpPr>
        <p:spPr>
          <a:xfrm xmlns:a="http://schemas.openxmlformats.org/drawingml/2006/main">
            <a:off x="8505825" y="2981325"/>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F2925"/>
                </a:solidFill>
                <a:latin typeface="Helvetica Neue"/>
                <a:ea typeface="Helvetica Neue"/>
                <a:cs typeface="Helvetica Neue"/>
              </a:defRPr>
            </a:pPr>
            <a:r>
              <a:rPr sz="1650" b="1">
                <a:solidFill>
                  <a:srgbClr val="1F2925"/>
                </a:solidFill>
                <a:latin typeface="Helvetica Neue"/>
                <a:ea typeface="Helvetica Neue"/>
                <a:cs typeface="Helvetica Neue"/>
              </a:rPr>
              <a:t>Validate</a:t>
            </a:r>
          </a:p>
        </p:txBody>
      </p:sp>
      <p:sp>
        <p:nvSpPr>
          <p:cNvPr id="28" name="slide-3-node-body-4">
            <a:extLst xmlns:a="http://schemas.openxmlformats.org/drawingml/2006/main">
              <a:ext uri="{FF2B5EF4-FFF2-40B4-BE49-F238E27FC236}">
                <a16:creationId xmlns:a16="http://schemas.microsoft.com/office/drawing/2014/main" id="{A0F5882E-790D-4F08-9354-EC00AF6A8A36}"/>
              </a:ext>
            </a:extLst>
          </p:cNvPr>
          <p:cNvSpPr>
            <a:spLocks xmlns:a="http://schemas.openxmlformats.org/drawingml/2006/main" noGrp="1"/>
          </p:cNvSpPr>
          <p:nvPr/>
        </p:nvSpPr>
        <p:spPr>
          <a:xfrm xmlns:a="http://schemas.openxmlformats.org/drawingml/2006/main">
            <a:off x="8277225" y="3876675"/>
            <a:ext cx="1600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Check support and boundaries</a:t>
            </a:r>
          </a:p>
        </p:txBody>
      </p:sp>
      <p:sp>
        <p:nvSpPr>
          <p:cNvPr id="29" name="slide-3-node-5">
            <a:extLst xmlns:a="http://schemas.openxmlformats.org/drawingml/2006/main">
              <a:ext uri="{FF2B5EF4-FFF2-40B4-BE49-F238E27FC236}">
                <a16:creationId xmlns:a16="http://schemas.microsoft.com/office/drawing/2014/main" id="{426A2411-ABE0-4B83-BD66-2ABD6FB605FE}"/>
              </a:ext>
            </a:extLst>
          </p:cNvPr>
          <p:cNvSpPr>
            <a:spLocks xmlns:a="http://schemas.openxmlformats.org/drawingml/2006/main" noGrp="1"/>
          </p:cNvSpPr>
          <p:nvPr/>
        </p:nvSpPr>
        <p:spPr>
          <a:xfrm xmlns:a="http://schemas.openxmlformats.org/drawingml/2006/main">
            <a:off x="10525125" y="2524125"/>
            <a:ext cx="1104900" cy="1104900"/>
          </a:xfrm>
          <a:prstGeom xmlns:a="http://schemas.openxmlformats.org/drawingml/2006/main" prst="ellipse">
            <a:avLst/>
          </a:prstGeom>
          <a:solidFill xmlns:a="http://schemas.openxmlformats.org/drawingml/2006/main">
            <a:srgbClr val="EEF1EC"/>
          </a:solidFill>
          <a:ln xmlns:a="http://schemas.openxmlformats.org/drawingml/2006/main" w="19050">
            <a:solidFill>
              <a:srgbClr val="CBD1CA"/>
            </a:solidFill>
            <a:prstDash val="solid"/>
          </a:ln>
        </p:spPr>
      </p:sp>
      <p:sp>
        <p:nvSpPr>
          <p:cNvPr id="30" name="slide-3-node-number-5">
            <a:extLst xmlns:a="http://schemas.openxmlformats.org/drawingml/2006/main">
              <a:ext uri="{FF2B5EF4-FFF2-40B4-BE49-F238E27FC236}">
                <a16:creationId xmlns:a16="http://schemas.microsoft.com/office/drawing/2014/main" id="{15D750BF-C2F3-465C-9130-D61369400E28}"/>
              </a:ext>
            </a:extLst>
          </p:cNvPr>
          <p:cNvSpPr>
            <a:spLocks xmlns:a="http://schemas.openxmlformats.org/drawingml/2006/main" noGrp="1"/>
          </p:cNvSpPr>
          <p:nvPr/>
        </p:nvSpPr>
        <p:spPr>
          <a:xfrm xmlns:a="http://schemas.openxmlformats.org/drawingml/2006/main">
            <a:off x="10934700" y="26670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64706A"/>
                </a:solidFill>
                <a:latin typeface="Helvetica Neue"/>
                <a:ea typeface="Helvetica Neue"/>
                <a:cs typeface="Helvetica Neue"/>
              </a:defRPr>
            </a:pPr>
            <a:r>
              <a:rPr sz="1500" b="1">
                <a:solidFill>
                  <a:srgbClr val="64706A"/>
                </a:solidFill>
                <a:latin typeface="Helvetica Neue"/>
                <a:ea typeface="Helvetica Neue"/>
                <a:cs typeface="Helvetica Neue"/>
              </a:rPr>
              <a:t>6</a:t>
            </a:r>
          </a:p>
        </p:txBody>
      </p:sp>
      <p:sp>
        <p:nvSpPr>
          <p:cNvPr id="31" name="slide-3-node-label-5">
            <a:extLst xmlns:a="http://schemas.openxmlformats.org/drawingml/2006/main">
              <a:ext uri="{FF2B5EF4-FFF2-40B4-BE49-F238E27FC236}">
                <a16:creationId xmlns:a16="http://schemas.microsoft.com/office/drawing/2014/main" id="{6D0D5A55-6C2B-4CF7-8FE4-973603E28D75}"/>
              </a:ext>
            </a:extLst>
          </p:cNvPr>
          <p:cNvSpPr>
            <a:spLocks xmlns:a="http://schemas.openxmlformats.org/drawingml/2006/main" noGrp="1"/>
          </p:cNvSpPr>
          <p:nvPr/>
        </p:nvSpPr>
        <p:spPr>
          <a:xfrm xmlns:a="http://schemas.openxmlformats.org/drawingml/2006/main">
            <a:off x="10506075" y="2981325"/>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F2925"/>
                </a:solidFill>
                <a:latin typeface="Helvetica Neue"/>
                <a:ea typeface="Helvetica Neue"/>
                <a:cs typeface="Helvetica Neue"/>
              </a:defRPr>
            </a:pPr>
            <a:r>
              <a:rPr sz="1650" b="1">
                <a:solidFill>
                  <a:srgbClr val="1F2925"/>
                </a:solidFill>
                <a:latin typeface="Helvetica Neue"/>
                <a:ea typeface="Helvetica Neue"/>
                <a:cs typeface="Helvetica Neue"/>
              </a:rPr>
              <a:t>Trace</a:t>
            </a:r>
          </a:p>
        </p:txBody>
      </p:sp>
      <p:sp>
        <p:nvSpPr>
          <p:cNvPr id="32" name="slide-3-node-body-5">
            <a:extLst xmlns:a="http://schemas.openxmlformats.org/drawingml/2006/main">
              <a:ext uri="{FF2B5EF4-FFF2-40B4-BE49-F238E27FC236}">
                <a16:creationId xmlns:a16="http://schemas.microsoft.com/office/drawing/2014/main" id="{FFE7E4EF-2FAE-4185-AD3F-F424B7A1DCA7}"/>
              </a:ext>
            </a:extLst>
          </p:cNvPr>
          <p:cNvSpPr>
            <a:spLocks xmlns:a="http://schemas.openxmlformats.org/drawingml/2006/main" noGrp="1"/>
          </p:cNvSpPr>
          <p:nvPr/>
        </p:nvSpPr>
        <p:spPr>
          <a:xfrm xmlns:a="http://schemas.openxmlformats.org/drawingml/2006/main">
            <a:off x="10277475" y="3876675"/>
            <a:ext cx="1600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Store evidence with the field</a:t>
            </a:r>
          </a:p>
        </p:txBody>
      </p:sp>
      <p:sp>
        <p:nvSpPr>
          <p:cNvPr id="33" name="slide-3-offline-band">
            <a:extLst xmlns:a="http://schemas.openxmlformats.org/drawingml/2006/main">
              <a:ext uri="{FF2B5EF4-FFF2-40B4-BE49-F238E27FC236}">
                <a16:creationId xmlns:a16="http://schemas.microsoft.com/office/drawing/2014/main" id="{478AD190-C474-41C9-903F-3C43F3517F22}"/>
              </a:ext>
            </a:extLst>
          </p:cNvPr>
          <p:cNvSpPr>
            <a:spLocks xmlns:a="http://schemas.openxmlformats.org/drawingml/2006/main" noGrp="1"/>
          </p:cNvSpPr>
          <p:nvPr/>
        </p:nvSpPr>
        <p:spPr>
          <a:xfrm xmlns:a="http://schemas.openxmlformats.org/drawingml/2006/main">
            <a:off x="762000" y="5000625"/>
            <a:ext cx="7239000" cy="800100"/>
          </a:xfrm>
          <a:prstGeom xmlns:a="http://schemas.openxmlformats.org/drawingml/2006/main" prst="rect">
            <a:avLst/>
          </a:prstGeom>
          <a:solidFill xmlns:a="http://schemas.openxmlformats.org/drawingml/2006/main">
            <a:srgbClr val="EEF1EC"/>
          </a:solidFill>
          <a:ln xmlns:a="http://schemas.openxmlformats.org/drawingml/2006/main" w="0">
            <a:solidFill>
              <a:srgbClr val="EEF1EC"/>
            </a:solidFill>
            <a:prstDash val="solid"/>
          </a:ln>
        </p:spPr>
      </p:sp>
      <p:sp>
        <p:nvSpPr>
          <p:cNvPr id="34" name="slide-3-offline-text">
            <a:extLst xmlns:a="http://schemas.openxmlformats.org/drawingml/2006/main">
              <a:ext uri="{FF2B5EF4-FFF2-40B4-BE49-F238E27FC236}">
                <a16:creationId xmlns:a16="http://schemas.microsoft.com/office/drawing/2014/main" id="{436D1073-0CD3-4BDC-A975-ACFCD3838ED1}"/>
              </a:ext>
            </a:extLst>
          </p:cNvPr>
          <p:cNvSpPr>
            <a:spLocks xmlns:a="http://schemas.openxmlformats.org/drawingml/2006/main" noGrp="1"/>
          </p:cNvSpPr>
          <p:nvPr/>
        </p:nvSpPr>
        <p:spPr>
          <a:xfrm xmlns:a="http://schemas.openxmlformats.org/drawingml/2006/main">
            <a:off x="1047750" y="5219700"/>
            <a:ext cx="657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F2925"/>
                </a:solidFill>
                <a:latin typeface="Helvetica Neue"/>
                <a:ea typeface="Helvetica Neue"/>
                <a:cs typeface="Helvetica Neue"/>
              </a:defRPr>
            </a:pPr>
            <a:r>
              <a:rPr sz="1800" b="1">
                <a:solidFill>
                  <a:srgbClr val="1F2925"/>
                </a:solidFill>
                <a:latin typeface="Helvetica Neue"/>
                <a:ea typeface="Helvetica Neue"/>
                <a:cs typeface="Helvetica Neue"/>
              </a:rPr>
              <a:t>Offline core: model + evidence + field history + tools</a:t>
            </a:r>
          </a:p>
        </p:txBody>
      </p:sp>
      <p:sp>
        <p:nvSpPr>
          <p:cNvPr id="35" name="slide-3-online-band">
            <a:extLst xmlns:a="http://schemas.openxmlformats.org/drawingml/2006/main">
              <a:ext uri="{FF2B5EF4-FFF2-40B4-BE49-F238E27FC236}">
                <a16:creationId xmlns:a16="http://schemas.microsoft.com/office/drawing/2014/main" id="{F469A443-04F7-42D5-B08B-828DE7774497}"/>
              </a:ext>
            </a:extLst>
          </p:cNvPr>
          <p:cNvSpPr>
            <a:spLocks xmlns:a="http://schemas.openxmlformats.org/drawingml/2006/main" noGrp="1"/>
          </p:cNvSpPr>
          <p:nvPr/>
        </p:nvSpPr>
        <p:spPr>
          <a:xfrm xmlns:a="http://schemas.openxmlformats.org/drawingml/2006/main">
            <a:off x="8191500" y="5000625"/>
            <a:ext cx="3238500" cy="800100"/>
          </a:xfrm>
          <a:prstGeom xmlns:a="http://schemas.openxmlformats.org/drawingml/2006/main" prst="rect">
            <a:avLst/>
          </a:prstGeom>
          <a:solidFill xmlns:a="http://schemas.openxmlformats.org/drawingml/2006/main">
            <a:srgbClr val="EAF3F6"/>
          </a:solidFill>
          <a:ln xmlns:a="http://schemas.openxmlformats.org/drawingml/2006/main" w="0">
            <a:solidFill>
              <a:srgbClr val="EAF3F6"/>
            </a:solidFill>
            <a:prstDash val="solid"/>
          </a:ln>
        </p:spPr>
      </p:sp>
      <p:sp>
        <p:nvSpPr>
          <p:cNvPr id="36" name="slide-3-online-text">
            <a:extLst xmlns:a="http://schemas.openxmlformats.org/drawingml/2006/main">
              <a:ext uri="{FF2B5EF4-FFF2-40B4-BE49-F238E27FC236}">
                <a16:creationId xmlns:a16="http://schemas.microsoft.com/office/drawing/2014/main" id="{24CF28B2-ED4A-420D-85AE-E9C4D0924174}"/>
              </a:ext>
            </a:extLst>
          </p:cNvPr>
          <p:cNvSpPr>
            <a:spLocks xmlns:a="http://schemas.openxmlformats.org/drawingml/2006/main" noGrp="1"/>
          </p:cNvSpPr>
          <p:nvPr/>
        </p:nvSpPr>
        <p:spPr>
          <a:xfrm xmlns:a="http://schemas.openxmlformats.org/drawingml/2006/main">
            <a:off x="8420100" y="5153025"/>
            <a:ext cx="2809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2F6F8F"/>
                </a:solidFill>
                <a:latin typeface="Helvetica Neue"/>
                <a:ea typeface="Helvetica Neue"/>
                <a:cs typeface="Helvetica Neue"/>
              </a:defRPr>
            </a:pPr>
            <a:r>
              <a:rPr sz="1575" b="1">
                <a:solidFill>
                  <a:srgbClr val="2F6F8F"/>
                </a:solidFill>
                <a:latin typeface="Helvetica Neue"/>
                <a:ea typeface="Helvetica Neue"/>
                <a:cs typeface="Helvetica Neue"/>
              </a:rPr>
              <a:t>Connected: live weather + authority</a:t>
            </a:r>
          </a:p>
        </p:txBody>
      </p:sp>
      <p:sp>
        <p:nvSpPr>
          <p:cNvPr id="37" name="slide-3-footer">
            <a:extLst xmlns:a="http://schemas.openxmlformats.org/drawingml/2006/main">
              <a:ext uri="{FF2B5EF4-FFF2-40B4-BE49-F238E27FC236}">
                <a16:creationId xmlns:a16="http://schemas.microsoft.com/office/drawing/2014/main" id="{54CA7A94-185A-4524-9BC1-2A207756FEFA}"/>
              </a:ext>
            </a:extLst>
          </p:cNvPr>
          <p:cNvSpPr>
            <a:spLocks xmlns:a="http://schemas.openxmlformats.org/drawingml/2006/main" noGrp="1"/>
          </p:cNvSpPr>
          <p:nvPr/>
        </p:nvSpPr>
        <p:spPr>
          <a:xfrm xmlns:a="http://schemas.openxmlformats.org/drawingml/2006/main">
            <a:off x="419100" y="6286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Open Agronomy Agent</a:t>
            </a:r>
          </a:p>
        </p:txBody>
      </p:sp>
      <p:sp>
        <p:nvSpPr>
          <p:cNvPr id="38" name="slide-3-number">
            <a:extLst xmlns:a="http://schemas.openxmlformats.org/drawingml/2006/main">
              <a:ext uri="{FF2B5EF4-FFF2-40B4-BE49-F238E27FC236}">
                <a16:creationId xmlns:a16="http://schemas.microsoft.com/office/drawing/2014/main" id="{1FAC80B8-EC0F-42B0-A7EA-A74677862D4C}"/>
              </a:ext>
            </a:extLst>
          </p:cNvPr>
          <p:cNvSpPr>
            <a:spLocks xmlns:a="http://schemas.openxmlformats.org/drawingml/2006/main" noGrp="1"/>
          </p:cNvSpPr>
          <p:nvPr/>
        </p:nvSpPr>
        <p:spPr>
          <a:xfrm xmlns:a="http://schemas.openxmlformats.org/drawingml/2006/main">
            <a:off x="11239500" y="62865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03</a:t>
            </a:r>
          </a:p>
        </p:txBody>
      </p:sp>
    </p:spTree>
    <p:extLst>
      <p:ext uri="{BB962C8B-B14F-4D97-AF65-F5344CB8AC3E}">
        <p14:creationId xmlns:p14="http://schemas.microsoft.com/office/powerpoint/2010/main" val="1712559884"/>
      </p:ext>
    </p:extLst>
  </p:cSld>
</p:sld>
</file>

<file path=ppt/slides/slide4.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sp>
        <p:nvSpPr>
          <p:cNvPr id="29" name="slide-4-title">
            <a:extLst xmlns:a="http://schemas.openxmlformats.org/drawingml/2006/main">
              <a:ext uri="{FF2B5EF4-FFF2-40B4-BE49-F238E27FC236}">
                <a16:creationId xmlns:a16="http://schemas.microsoft.com/office/drawing/2014/main" id="{368FCBB4-DFFD-4E36-8DAF-FFB35EE9AB71}"/>
              </a:ext>
            </a:extLst>
          </p:cNvPr>
          <p:cNvSpPr>
            <a:spLocks xmlns:a="http://schemas.openxmlformats.org/drawingml/2006/main" noGrp="1"/>
          </p:cNvSpPr>
          <p:nvPr/>
        </p:nvSpPr>
        <p:spPr>
          <a:xfrm xmlns:a="http://schemas.openxmlformats.org/drawingml/2006/main">
            <a:off x="419100" y="3238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F2925"/>
                </a:solidFill>
                <a:latin typeface="Helvetica Neue"/>
                <a:ea typeface="Helvetica Neue"/>
                <a:cs typeface="Helvetica Neue"/>
              </a:defRPr>
            </a:pPr>
            <a:r>
              <a:rPr sz="3450" b="1">
                <a:solidFill>
                  <a:srgbClr val="1F2925"/>
                </a:solidFill>
                <a:latin typeface="Helvetica Neue"/>
                <a:ea typeface="Helvetica Neue"/>
                <a:cs typeface="Helvetica Neue"/>
              </a:rPr>
              <a:t>The knowledge base is governed</a:t>
            </a:r>
          </a:p>
        </p:txBody>
      </p:sp>
      <p:sp>
        <p:nvSpPr>
          <p:cNvPr id="2" name="slide-4-subtitle">
            <a:extLst xmlns:a="http://schemas.openxmlformats.org/drawingml/2006/main">
              <a:ext uri="{FF2B5EF4-FFF2-40B4-BE49-F238E27FC236}">
                <a16:creationId xmlns:a16="http://schemas.microsoft.com/office/drawing/2014/main" id="{0633BAD1-F80B-4378-AE3A-F2E9FA35D6F1}"/>
              </a:ext>
            </a:extLst>
          </p:cNvPr>
          <p:cNvSpPr>
            <a:spLocks xmlns:a="http://schemas.openxmlformats.org/drawingml/2006/main" noGrp="1"/>
          </p:cNvSpPr>
          <p:nvPr/>
        </p:nvSpPr>
        <p:spPr>
          <a:xfrm xmlns:a="http://schemas.openxmlformats.org/drawingml/2006/main">
            <a:off x="419100" y="9906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4706A"/>
                </a:solidFill>
                <a:latin typeface="Helvetica Neue"/>
                <a:ea typeface="Helvetica Neue"/>
                <a:cs typeface="Helvetica Neue"/>
              </a:defRPr>
            </a:pPr>
            <a:r>
              <a:rPr sz="1650" b="0">
                <a:solidFill>
                  <a:srgbClr val="64706A"/>
                </a:solidFill>
                <a:latin typeface="Helvetica Neue"/>
                <a:ea typeface="Helvetica Neue"/>
                <a:cs typeface="Helvetica Neue"/>
              </a:rPr>
              <a:t>Sources retain role, scope, currency and authority boundaries</a:t>
            </a:r>
          </a:p>
        </p:txBody>
      </p:sp>
      <p:sp>
        <p:nvSpPr>
          <p:cNvPr id="3" name="slide-4-number">
            <a:extLst xmlns:a="http://schemas.openxmlformats.org/drawingml/2006/main">
              <a:ext uri="{FF2B5EF4-FFF2-40B4-BE49-F238E27FC236}">
                <a16:creationId xmlns:a16="http://schemas.microsoft.com/office/drawing/2014/main" id="{B82BEEB3-9E3D-459B-8179-823D26B7E6F0}"/>
              </a:ext>
            </a:extLst>
          </p:cNvPr>
          <p:cNvSpPr>
            <a:spLocks xmlns:a="http://schemas.openxmlformats.org/drawingml/2006/main" noGrp="1"/>
          </p:cNvSpPr>
          <p:nvPr/>
        </p:nvSpPr>
        <p:spPr>
          <a:xfrm xmlns:a="http://schemas.openxmlformats.org/drawingml/2006/main">
            <a:off x="11239500" y="62865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04</a:t>
            </a:r>
          </a:p>
        </p:txBody>
      </p:sp>
      <p:sp>
        <p:nvSpPr>
          <p:cNvPr id="4" name="slide-4-accent-0">
            <a:extLst xmlns:a="http://schemas.openxmlformats.org/drawingml/2006/main">
              <a:ext uri="{FF2B5EF4-FFF2-40B4-BE49-F238E27FC236}">
                <a16:creationId xmlns:a16="http://schemas.microsoft.com/office/drawing/2014/main" id="{FF2ADCDD-0E4B-4B25-BB5D-E362216F0C7C}"/>
              </a:ext>
            </a:extLst>
          </p:cNvPr>
          <p:cNvSpPr>
            <a:spLocks xmlns:a="http://schemas.openxmlformats.org/drawingml/2006/main" noGrp="1"/>
          </p:cNvSpPr>
          <p:nvPr/>
        </p:nvSpPr>
        <p:spPr>
          <a:xfrm xmlns:a="http://schemas.openxmlformats.org/drawingml/2006/main">
            <a:off x="523875" y="1600200"/>
            <a:ext cx="2381250" cy="76200"/>
          </a:xfrm>
          <a:prstGeom xmlns:a="http://schemas.openxmlformats.org/drawingml/2006/main" prst="rect">
            <a:avLst/>
          </a:prstGeom>
          <a:solidFill xmlns:a="http://schemas.openxmlformats.org/drawingml/2006/main">
            <a:srgbClr val="2F6F8F"/>
          </a:solidFill>
          <a:ln xmlns:a="http://schemas.openxmlformats.org/drawingml/2006/main" w="0">
            <a:solidFill>
              <a:srgbClr val="2F6F8F"/>
            </a:solidFill>
            <a:prstDash val="solid"/>
          </a:ln>
        </p:spPr>
      </p:sp>
      <p:sp>
        <p:nvSpPr>
          <p:cNvPr id="5" name="slide-4-stat-0">
            <a:extLst xmlns:a="http://schemas.openxmlformats.org/drawingml/2006/main">
              <a:ext uri="{FF2B5EF4-FFF2-40B4-BE49-F238E27FC236}">
                <a16:creationId xmlns:a16="http://schemas.microsoft.com/office/drawing/2014/main" id="{1AD7D90D-99D2-4F99-A843-C6FE13E352E5}"/>
              </a:ext>
            </a:extLst>
          </p:cNvPr>
          <p:cNvSpPr>
            <a:spLocks xmlns:a="http://schemas.openxmlformats.org/drawingml/2006/main" noGrp="1"/>
          </p:cNvSpPr>
          <p:nvPr/>
        </p:nvSpPr>
        <p:spPr>
          <a:xfrm xmlns:a="http://schemas.openxmlformats.org/drawingml/2006/main">
            <a:off x="523875" y="1857375"/>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2F6F8F"/>
                </a:solidFill>
                <a:latin typeface="Helvetica Neue"/>
                <a:ea typeface="Helvetica Neue"/>
                <a:cs typeface="Helvetica Neue"/>
              </a:defRPr>
            </a:pPr>
            <a:r>
              <a:rPr sz="3600" b="1">
                <a:solidFill>
                  <a:srgbClr val="2F6F8F"/>
                </a:solidFill>
                <a:latin typeface="Helvetica Neue"/>
                <a:ea typeface="Helvetica Neue"/>
                <a:cs typeface="Helvetica Neue"/>
              </a:rPr>
              <a:t>718</a:t>
            </a:r>
          </a:p>
        </p:txBody>
      </p:sp>
      <p:sp>
        <p:nvSpPr>
          <p:cNvPr id="6" name="slide-4-label-0">
            <a:extLst xmlns:a="http://schemas.openxmlformats.org/drawingml/2006/main">
              <a:ext uri="{FF2B5EF4-FFF2-40B4-BE49-F238E27FC236}">
                <a16:creationId xmlns:a16="http://schemas.microsoft.com/office/drawing/2014/main" id="{A4068B48-710D-49AC-AAA7-E3FD78C1C922}"/>
              </a:ext>
            </a:extLst>
          </p:cNvPr>
          <p:cNvSpPr>
            <a:spLocks xmlns:a="http://schemas.openxmlformats.org/drawingml/2006/main" noGrp="1"/>
          </p:cNvSpPr>
          <p:nvPr/>
        </p:nvSpPr>
        <p:spPr>
          <a:xfrm xmlns:a="http://schemas.openxmlformats.org/drawingml/2006/main">
            <a:off x="523875" y="261937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F2925"/>
                </a:solidFill>
                <a:latin typeface="Helvetica Neue"/>
                <a:ea typeface="Helvetica Neue"/>
                <a:cs typeface="Helvetica Neue"/>
              </a:defRPr>
            </a:pPr>
            <a:r>
              <a:rPr sz="1725" b="1">
                <a:solidFill>
                  <a:srgbClr val="1F2925"/>
                </a:solidFill>
                <a:latin typeface="Helvetica Neue"/>
                <a:ea typeface="Helvetica Neue"/>
                <a:cs typeface="Helvetica Neue"/>
              </a:rPr>
              <a:t>Canadian guidance</a:t>
            </a:r>
          </a:p>
        </p:txBody>
      </p:sp>
      <p:sp>
        <p:nvSpPr>
          <p:cNvPr id="7" name="slide-4-body-0">
            <a:extLst xmlns:a="http://schemas.openxmlformats.org/drawingml/2006/main">
              <a:ext uri="{FF2B5EF4-FFF2-40B4-BE49-F238E27FC236}">
                <a16:creationId xmlns:a16="http://schemas.microsoft.com/office/drawing/2014/main" id="{48746A0B-38A1-4C9D-9E66-4E8994865A13}"/>
              </a:ext>
            </a:extLst>
          </p:cNvPr>
          <p:cNvSpPr>
            <a:spLocks xmlns:a="http://schemas.openxmlformats.org/drawingml/2006/main" noGrp="1"/>
          </p:cNvSpPr>
          <p:nvPr/>
        </p:nvSpPr>
        <p:spPr>
          <a:xfrm xmlns:a="http://schemas.openxmlformats.org/drawingml/2006/main">
            <a:off x="523875" y="3257550"/>
            <a:ext cx="23812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64706A"/>
                </a:solidFill>
                <a:latin typeface="Helvetica Neue"/>
                <a:ea typeface="Helvetica Neue"/>
                <a:cs typeface="Helvetica Neue"/>
              </a:defRPr>
            </a:pPr>
            <a:r>
              <a:rPr sz="1425" b="0">
                <a:solidFill>
                  <a:srgbClr val="64706A"/>
                </a:solidFill>
                <a:latin typeface="Helvetica Neue"/>
                <a:ea typeface="Helvetica Neue"/>
                <a:cs typeface="Helvetica Neue"/>
              </a:rPr>
              <a:t>Provincial and federal material; 706 context-only, 12 require live authority</a:t>
            </a:r>
          </a:p>
        </p:txBody>
      </p:sp>
      <p:sp>
        <p:nvSpPr>
          <p:cNvPr id="8" name="slide-4-accent-1">
            <a:extLst xmlns:a="http://schemas.openxmlformats.org/drawingml/2006/main">
              <a:ext uri="{FF2B5EF4-FFF2-40B4-BE49-F238E27FC236}">
                <a16:creationId xmlns:a16="http://schemas.microsoft.com/office/drawing/2014/main" id="{716F91A4-BB44-496D-A181-F98925937156}"/>
              </a:ext>
            </a:extLst>
          </p:cNvPr>
          <p:cNvSpPr>
            <a:spLocks xmlns:a="http://schemas.openxmlformats.org/drawingml/2006/main" noGrp="1"/>
          </p:cNvSpPr>
          <p:nvPr/>
        </p:nvSpPr>
        <p:spPr>
          <a:xfrm xmlns:a="http://schemas.openxmlformats.org/drawingml/2006/main">
            <a:off x="3400425" y="1600200"/>
            <a:ext cx="2381250" cy="76200"/>
          </a:xfrm>
          <a:prstGeom xmlns:a="http://schemas.openxmlformats.org/drawingml/2006/main" prst="rect">
            <a:avLst/>
          </a:prstGeom>
          <a:solidFill xmlns:a="http://schemas.openxmlformats.org/drawingml/2006/main">
            <a:srgbClr val="4B8F78"/>
          </a:solidFill>
          <a:ln xmlns:a="http://schemas.openxmlformats.org/drawingml/2006/main" w="0">
            <a:solidFill>
              <a:srgbClr val="4B8F78"/>
            </a:solidFill>
            <a:prstDash val="solid"/>
          </a:ln>
        </p:spPr>
      </p:sp>
      <p:sp>
        <p:nvSpPr>
          <p:cNvPr id="9" name="slide-4-stat-1">
            <a:extLst xmlns:a="http://schemas.openxmlformats.org/drawingml/2006/main">
              <a:ext uri="{FF2B5EF4-FFF2-40B4-BE49-F238E27FC236}">
                <a16:creationId xmlns:a16="http://schemas.microsoft.com/office/drawing/2014/main" id="{6CAD6E65-CEDE-41FC-85CC-4BFCE9C56404}"/>
              </a:ext>
            </a:extLst>
          </p:cNvPr>
          <p:cNvSpPr>
            <a:spLocks xmlns:a="http://schemas.openxmlformats.org/drawingml/2006/main" noGrp="1"/>
          </p:cNvSpPr>
          <p:nvPr/>
        </p:nvSpPr>
        <p:spPr>
          <a:xfrm xmlns:a="http://schemas.openxmlformats.org/drawingml/2006/main">
            <a:off x="3400425" y="1857375"/>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4B8F78"/>
                </a:solidFill>
                <a:latin typeface="Helvetica Neue"/>
                <a:ea typeface="Helvetica Neue"/>
                <a:cs typeface="Helvetica Neue"/>
              </a:defRPr>
            </a:pPr>
            <a:r>
              <a:rPr sz="3600" b="1">
                <a:solidFill>
                  <a:srgbClr val="4B8F78"/>
                </a:solidFill>
                <a:latin typeface="Helvetica Neue"/>
                <a:ea typeface="Helvetica Neue"/>
                <a:cs typeface="Helvetica Neue"/>
              </a:rPr>
              <a:t>334</a:t>
            </a:r>
          </a:p>
        </p:txBody>
      </p:sp>
      <p:sp>
        <p:nvSpPr>
          <p:cNvPr id="10" name="slide-4-label-1">
            <a:extLst xmlns:a="http://schemas.openxmlformats.org/drawingml/2006/main">
              <a:ext uri="{FF2B5EF4-FFF2-40B4-BE49-F238E27FC236}">
                <a16:creationId xmlns:a16="http://schemas.microsoft.com/office/drawing/2014/main" id="{41FB7FBF-EFAE-4BE6-9051-A4900D9FAC11}"/>
              </a:ext>
            </a:extLst>
          </p:cNvPr>
          <p:cNvSpPr>
            <a:spLocks xmlns:a="http://schemas.openxmlformats.org/drawingml/2006/main" noGrp="1"/>
          </p:cNvSpPr>
          <p:nvPr/>
        </p:nvSpPr>
        <p:spPr>
          <a:xfrm xmlns:a="http://schemas.openxmlformats.org/drawingml/2006/main">
            <a:off x="3400425" y="261937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F2925"/>
                </a:solidFill>
                <a:latin typeface="Helvetica Neue"/>
                <a:ea typeface="Helvetica Neue"/>
                <a:cs typeface="Helvetica Neue"/>
              </a:defRPr>
            </a:pPr>
            <a:r>
              <a:rPr sz="1725" b="1">
                <a:solidFill>
                  <a:srgbClr val="1F2925"/>
                </a:solidFill>
                <a:latin typeface="Helvetica Neue"/>
                <a:ea typeface="Helvetica Neue"/>
                <a:cs typeface="Helvetica Neue"/>
              </a:rPr>
              <a:t>Canadian regional context</a:t>
            </a:r>
          </a:p>
        </p:txBody>
      </p:sp>
      <p:sp>
        <p:nvSpPr>
          <p:cNvPr id="11" name="slide-4-body-1">
            <a:extLst xmlns:a="http://schemas.openxmlformats.org/drawingml/2006/main">
              <a:ext uri="{FF2B5EF4-FFF2-40B4-BE49-F238E27FC236}">
                <a16:creationId xmlns:a16="http://schemas.microsoft.com/office/drawing/2014/main" id="{661E5476-2209-4455-B5A7-CAAAF3190E66}"/>
              </a:ext>
            </a:extLst>
          </p:cNvPr>
          <p:cNvSpPr>
            <a:spLocks xmlns:a="http://schemas.openxmlformats.org/drawingml/2006/main" noGrp="1"/>
          </p:cNvSpPr>
          <p:nvPr/>
        </p:nvSpPr>
        <p:spPr>
          <a:xfrm xmlns:a="http://schemas.openxmlformats.org/drawingml/2006/main">
            <a:off x="3400425" y="3257550"/>
            <a:ext cx="23812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64706A"/>
                </a:solidFill>
                <a:latin typeface="Helvetica Neue"/>
                <a:ea typeface="Helvetica Neue"/>
                <a:cs typeface="Helvetica Neue"/>
              </a:defRPr>
            </a:pPr>
            <a:r>
              <a:rPr sz="1425" b="0">
                <a:solidFill>
                  <a:srgbClr val="64706A"/>
                </a:solidFill>
                <a:latin typeface="Helvetica Neue"/>
                <a:ea typeface="Helvetica Neue"/>
                <a:cs typeface="Helvetica Neue"/>
              </a:rPr>
              <a:t>Statistics, scouting context and data-product descriptions</a:t>
            </a:r>
          </a:p>
        </p:txBody>
      </p:sp>
      <p:sp>
        <p:nvSpPr>
          <p:cNvPr id="12" name="slide-4-accent-2">
            <a:extLst xmlns:a="http://schemas.openxmlformats.org/drawingml/2006/main">
              <a:ext uri="{FF2B5EF4-FFF2-40B4-BE49-F238E27FC236}">
                <a16:creationId xmlns:a16="http://schemas.microsoft.com/office/drawing/2014/main" id="{4CBDAD05-65FE-4651-9C29-7A9780770553}"/>
              </a:ext>
            </a:extLst>
          </p:cNvPr>
          <p:cNvSpPr>
            <a:spLocks xmlns:a="http://schemas.openxmlformats.org/drawingml/2006/main" noGrp="1"/>
          </p:cNvSpPr>
          <p:nvPr/>
        </p:nvSpPr>
        <p:spPr>
          <a:xfrm xmlns:a="http://schemas.openxmlformats.org/drawingml/2006/main">
            <a:off x="6276975" y="1600200"/>
            <a:ext cx="2381250" cy="76200"/>
          </a:xfrm>
          <a:prstGeom xmlns:a="http://schemas.openxmlformats.org/drawingml/2006/main" prst="rect">
            <a:avLst/>
          </a:prstGeom>
          <a:solidFill xmlns:a="http://schemas.openxmlformats.org/drawingml/2006/main">
            <a:srgbClr val="C18B36"/>
          </a:solidFill>
          <a:ln xmlns:a="http://schemas.openxmlformats.org/drawingml/2006/main" w="0">
            <a:solidFill>
              <a:srgbClr val="C18B36"/>
            </a:solidFill>
            <a:prstDash val="solid"/>
          </a:ln>
        </p:spPr>
      </p:sp>
      <p:sp>
        <p:nvSpPr>
          <p:cNvPr id="13" name="slide-4-stat-2">
            <a:extLst xmlns:a="http://schemas.openxmlformats.org/drawingml/2006/main">
              <a:ext uri="{FF2B5EF4-FFF2-40B4-BE49-F238E27FC236}">
                <a16:creationId xmlns:a16="http://schemas.microsoft.com/office/drawing/2014/main" id="{D5A6F9B0-4A9E-4D67-8614-38CF8F4EAE23}"/>
              </a:ext>
            </a:extLst>
          </p:cNvPr>
          <p:cNvSpPr>
            <a:spLocks xmlns:a="http://schemas.openxmlformats.org/drawingml/2006/main" noGrp="1"/>
          </p:cNvSpPr>
          <p:nvPr/>
        </p:nvSpPr>
        <p:spPr>
          <a:xfrm xmlns:a="http://schemas.openxmlformats.org/drawingml/2006/main">
            <a:off x="6276975" y="1857375"/>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C18B36"/>
                </a:solidFill>
                <a:latin typeface="Helvetica Neue"/>
                <a:ea typeface="Helvetica Neue"/>
                <a:cs typeface="Helvetica Neue"/>
              </a:defRPr>
            </a:pPr>
            <a:r>
              <a:rPr sz="3600" b="1">
                <a:solidFill>
                  <a:srgbClr val="C18B36"/>
                </a:solidFill>
                <a:latin typeface="Helvetica Neue"/>
                <a:ea typeface="Helvetica Neue"/>
                <a:cs typeface="Helvetica Neue"/>
              </a:rPr>
              <a:t>1,784</a:t>
            </a:r>
          </a:p>
        </p:txBody>
      </p:sp>
      <p:sp>
        <p:nvSpPr>
          <p:cNvPr id="14" name="slide-4-label-2">
            <a:extLst xmlns:a="http://schemas.openxmlformats.org/drawingml/2006/main">
              <a:ext uri="{FF2B5EF4-FFF2-40B4-BE49-F238E27FC236}">
                <a16:creationId xmlns:a16="http://schemas.microsoft.com/office/drawing/2014/main" id="{EA4925D1-B819-44B3-80C9-2261C0D0F81E}"/>
              </a:ext>
            </a:extLst>
          </p:cNvPr>
          <p:cNvSpPr>
            <a:spLocks xmlns:a="http://schemas.openxmlformats.org/drawingml/2006/main" noGrp="1"/>
          </p:cNvSpPr>
          <p:nvPr/>
        </p:nvSpPr>
        <p:spPr>
          <a:xfrm xmlns:a="http://schemas.openxmlformats.org/drawingml/2006/main">
            <a:off x="6276975" y="261937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F2925"/>
                </a:solidFill>
                <a:latin typeface="Helvetica Neue"/>
                <a:ea typeface="Helvetica Neue"/>
                <a:cs typeface="Helvetica Neue"/>
              </a:defRPr>
            </a:pPr>
            <a:r>
              <a:rPr sz="1725" b="1">
                <a:solidFill>
                  <a:srgbClr val="1F2925"/>
                </a:solidFill>
                <a:latin typeface="Helvetica Neue"/>
                <a:ea typeface="Helvetica Neue"/>
                <a:cs typeface="Helvetica Neue"/>
              </a:rPr>
              <a:t>SoilWise graph records</a:t>
            </a:r>
          </a:p>
        </p:txBody>
      </p:sp>
      <p:sp>
        <p:nvSpPr>
          <p:cNvPr id="15" name="slide-4-body-2">
            <a:extLst xmlns:a="http://schemas.openxmlformats.org/drawingml/2006/main">
              <a:ext uri="{FF2B5EF4-FFF2-40B4-BE49-F238E27FC236}">
                <a16:creationId xmlns:a16="http://schemas.microsoft.com/office/drawing/2014/main" id="{253D7BD3-C7EB-47F1-B9AE-567A5484A2FB}"/>
              </a:ext>
            </a:extLst>
          </p:cNvPr>
          <p:cNvSpPr>
            <a:spLocks xmlns:a="http://schemas.openxmlformats.org/drawingml/2006/main" noGrp="1"/>
          </p:cNvSpPr>
          <p:nvPr/>
        </p:nvSpPr>
        <p:spPr>
          <a:xfrm xmlns:a="http://schemas.openxmlformats.org/drawingml/2006/main">
            <a:off x="6276975" y="3257550"/>
            <a:ext cx="23812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64706A"/>
                </a:solidFill>
                <a:latin typeface="Helvetica Neue"/>
                <a:ea typeface="Helvetica Neue"/>
                <a:cs typeface="Helvetica Neue"/>
              </a:defRPr>
            </a:pPr>
            <a:r>
              <a:rPr sz="1425" b="0">
                <a:solidFill>
                  <a:srgbClr val="64706A"/>
                </a:solidFill>
                <a:latin typeface="Helvetica Neue"/>
                <a:ea typeface="Helvetica Neue"/>
                <a:cs typeface="Helvetica Neue"/>
              </a:rPr>
              <a:t>Soil-health concepts and graph relations—not a soil test</a:t>
            </a:r>
          </a:p>
        </p:txBody>
      </p:sp>
      <p:sp>
        <p:nvSpPr>
          <p:cNvPr id="16" name="slide-4-accent-3">
            <a:extLst xmlns:a="http://schemas.openxmlformats.org/drawingml/2006/main">
              <a:ext uri="{FF2B5EF4-FFF2-40B4-BE49-F238E27FC236}">
                <a16:creationId xmlns:a16="http://schemas.microsoft.com/office/drawing/2014/main" id="{2255B198-C621-47B1-A296-EAA932D79B3C}"/>
              </a:ext>
            </a:extLst>
          </p:cNvPr>
          <p:cNvSpPr>
            <a:spLocks xmlns:a="http://schemas.openxmlformats.org/drawingml/2006/main" noGrp="1"/>
          </p:cNvSpPr>
          <p:nvPr/>
        </p:nvSpPr>
        <p:spPr>
          <a:xfrm xmlns:a="http://schemas.openxmlformats.org/drawingml/2006/main">
            <a:off x="9153525" y="1600200"/>
            <a:ext cx="2381250" cy="76200"/>
          </a:xfrm>
          <a:prstGeom xmlns:a="http://schemas.openxmlformats.org/drawingml/2006/main" prst="rect">
            <a:avLst/>
          </a:prstGeom>
          <a:solidFill xmlns:a="http://schemas.openxmlformats.org/drawingml/2006/main">
            <a:srgbClr val="B85C4A"/>
          </a:solidFill>
          <a:ln xmlns:a="http://schemas.openxmlformats.org/drawingml/2006/main" w="0">
            <a:solidFill>
              <a:srgbClr val="B85C4A"/>
            </a:solidFill>
            <a:prstDash val="solid"/>
          </a:ln>
        </p:spPr>
      </p:sp>
      <p:sp>
        <p:nvSpPr>
          <p:cNvPr id="17" name="slide-4-stat-3">
            <a:extLst xmlns:a="http://schemas.openxmlformats.org/drawingml/2006/main">
              <a:ext uri="{FF2B5EF4-FFF2-40B4-BE49-F238E27FC236}">
                <a16:creationId xmlns:a16="http://schemas.microsoft.com/office/drawing/2014/main" id="{9F14A972-9CA3-4A1D-8CC3-02D1939F6108}"/>
              </a:ext>
            </a:extLst>
          </p:cNvPr>
          <p:cNvSpPr>
            <a:spLocks xmlns:a="http://schemas.openxmlformats.org/drawingml/2006/main" noGrp="1"/>
          </p:cNvSpPr>
          <p:nvPr/>
        </p:nvSpPr>
        <p:spPr>
          <a:xfrm xmlns:a="http://schemas.openxmlformats.org/drawingml/2006/main">
            <a:off x="9153525" y="1857375"/>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B85C4A"/>
                </a:solidFill>
                <a:latin typeface="Helvetica Neue"/>
                <a:ea typeface="Helvetica Neue"/>
                <a:cs typeface="Helvetica Neue"/>
              </a:defRPr>
            </a:pPr>
            <a:r>
              <a:rPr sz="3600" b="1">
                <a:solidFill>
                  <a:srgbClr val="B85C4A"/>
                </a:solidFill>
                <a:latin typeface="Helvetica Neue"/>
                <a:ea typeface="Helvetica Neue"/>
                <a:cs typeface="Helvetica Neue"/>
              </a:rPr>
              <a:t>32,624</a:t>
            </a:r>
          </a:p>
        </p:txBody>
      </p:sp>
      <p:sp>
        <p:nvSpPr>
          <p:cNvPr id="18" name="slide-4-label-3">
            <a:extLst xmlns:a="http://schemas.openxmlformats.org/drawingml/2006/main">
              <a:ext uri="{FF2B5EF4-FFF2-40B4-BE49-F238E27FC236}">
                <a16:creationId xmlns:a16="http://schemas.microsoft.com/office/drawing/2014/main" id="{B8448A14-D581-467D-922E-846173F5DE91}"/>
              </a:ext>
            </a:extLst>
          </p:cNvPr>
          <p:cNvSpPr>
            <a:spLocks xmlns:a="http://schemas.openxmlformats.org/drawingml/2006/main" noGrp="1"/>
          </p:cNvSpPr>
          <p:nvPr/>
        </p:nvSpPr>
        <p:spPr>
          <a:xfrm xmlns:a="http://schemas.openxmlformats.org/drawingml/2006/main">
            <a:off x="9153525" y="261937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F2925"/>
                </a:solidFill>
                <a:latin typeface="Helvetica Neue"/>
                <a:ea typeface="Helvetica Neue"/>
                <a:cs typeface="Helvetica Neue"/>
              </a:defRPr>
            </a:pPr>
            <a:r>
              <a:rPr sz="1725" b="1">
                <a:solidFill>
                  <a:srgbClr val="1F2925"/>
                </a:solidFill>
                <a:latin typeface="Helvetica Neue"/>
                <a:ea typeface="Helvetica Neue"/>
                <a:cs typeface="Helvetica Neue"/>
              </a:rPr>
              <a:t>NRCS ecological analogues</a:t>
            </a:r>
          </a:p>
        </p:txBody>
      </p:sp>
      <p:sp>
        <p:nvSpPr>
          <p:cNvPr id="19" name="slide-4-body-3">
            <a:extLst xmlns:a="http://schemas.openxmlformats.org/drawingml/2006/main">
              <a:ext uri="{FF2B5EF4-FFF2-40B4-BE49-F238E27FC236}">
                <a16:creationId xmlns:a16="http://schemas.microsoft.com/office/drawing/2014/main" id="{6FA1EC07-6D47-47CE-A588-B70732E92645}"/>
              </a:ext>
            </a:extLst>
          </p:cNvPr>
          <p:cNvSpPr>
            <a:spLocks xmlns:a="http://schemas.openxmlformats.org/drawingml/2006/main" noGrp="1"/>
          </p:cNvSpPr>
          <p:nvPr/>
        </p:nvSpPr>
        <p:spPr>
          <a:xfrm xmlns:a="http://schemas.openxmlformats.org/drawingml/2006/main">
            <a:off x="9153525" y="3257550"/>
            <a:ext cx="23812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64706A"/>
                </a:solidFill>
                <a:latin typeface="Helvetica Neue"/>
                <a:ea typeface="Helvetica Neue"/>
                <a:cs typeface="Helvetica Neue"/>
              </a:defRPr>
            </a:pPr>
            <a:r>
              <a:rPr sz="1425" b="0">
                <a:solidFill>
                  <a:srgbClr val="64706A"/>
                </a:solidFill>
                <a:latin typeface="Helvetica Neue"/>
                <a:ea typeface="Helvetica Neue"/>
                <a:cs typeface="Helvetica Neue"/>
              </a:rPr>
              <a:t>US ecological-site context only; never Canadian authority</a:t>
            </a:r>
          </a:p>
        </p:txBody>
      </p:sp>
      <p:sp>
        <p:nvSpPr>
          <p:cNvPr id="20" name="slide-4-divider">
            <a:extLst xmlns:a="http://schemas.openxmlformats.org/drawingml/2006/main">
              <a:ext uri="{FF2B5EF4-FFF2-40B4-BE49-F238E27FC236}">
                <a16:creationId xmlns:a16="http://schemas.microsoft.com/office/drawing/2014/main" id="{1422140E-15CB-4AEE-883B-F0B18FE28E43}"/>
              </a:ext>
            </a:extLst>
          </p:cNvPr>
          <p:cNvSpPr>
            <a:spLocks xmlns:a="http://schemas.openxmlformats.org/drawingml/2006/main" noGrp="1"/>
          </p:cNvSpPr>
          <p:nvPr/>
        </p:nvSpPr>
        <p:spPr>
          <a:xfrm xmlns:a="http://schemas.openxmlformats.org/drawingml/2006/main">
            <a:off x="523875" y="4762500"/>
            <a:ext cx="11144250" cy="19050"/>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21" name="slide-4-lower-title-0">
            <a:extLst xmlns:a="http://schemas.openxmlformats.org/drawingml/2006/main">
              <a:ext uri="{FF2B5EF4-FFF2-40B4-BE49-F238E27FC236}">
                <a16:creationId xmlns:a16="http://schemas.microsoft.com/office/drawing/2014/main" id="{FD77930C-A462-4BC5-A937-4E651DCF949E}"/>
              </a:ext>
            </a:extLst>
          </p:cNvPr>
          <p:cNvSpPr>
            <a:spLocks xmlns:a="http://schemas.openxmlformats.org/drawingml/2006/main" noGrp="1"/>
          </p:cNvSpPr>
          <p:nvPr/>
        </p:nvSpPr>
        <p:spPr>
          <a:xfrm xmlns:a="http://schemas.openxmlformats.org/drawingml/2006/main">
            <a:off x="523875" y="49339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F2925"/>
                </a:solidFill>
                <a:latin typeface="Helvetica Neue"/>
                <a:ea typeface="Helvetica Neue"/>
                <a:cs typeface="Helvetica Neue"/>
              </a:defRPr>
            </a:pPr>
            <a:r>
              <a:rPr sz="1725" b="1">
                <a:solidFill>
                  <a:srgbClr val="1F2925"/>
                </a:solidFill>
                <a:latin typeface="Helvetica Neue"/>
                <a:ea typeface="Helvetica Neue"/>
                <a:cs typeface="Helvetica Neue"/>
              </a:rPr>
              <a:t>Prairie spatial pack</a:t>
            </a:r>
          </a:p>
        </p:txBody>
      </p:sp>
      <p:sp>
        <p:nvSpPr>
          <p:cNvPr id="22" name="slide-4-lower-body-0">
            <a:extLst xmlns:a="http://schemas.openxmlformats.org/drawingml/2006/main">
              <a:ext uri="{FF2B5EF4-FFF2-40B4-BE49-F238E27FC236}">
                <a16:creationId xmlns:a16="http://schemas.microsoft.com/office/drawing/2014/main" id="{C98885D5-79B6-405A-BBB2-FE83EC332832}"/>
              </a:ext>
            </a:extLst>
          </p:cNvPr>
          <p:cNvSpPr>
            <a:spLocks xmlns:a="http://schemas.openxmlformats.org/drawingml/2006/main" noGrp="1"/>
          </p:cNvSpPr>
          <p:nvPr/>
        </p:nvSpPr>
        <p:spPr>
          <a:xfrm xmlns:a="http://schemas.openxmlformats.org/drawingml/2006/main">
            <a:off x="523875" y="5295900"/>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Detailed soil survey + erosion-risk layers; optional offline install</a:t>
            </a:r>
          </a:p>
        </p:txBody>
      </p:sp>
      <p:sp>
        <p:nvSpPr>
          <p:cNvPr id="23" name="slide-4-lower-title-1">
            <a:extLst xmlns:a="http://schemas.openxmlformats.org/drawingml/2006/main">
              <a:ext uri="{FF2B5EF4-FFF2-40B4-BE49-F238E27FC236}">
                <a16:creationId xmlns:a16="http://schemas.microsoft.com/office/drawing/2014/main" id="{35A59190-4C46-4808-A357-4C3CC23E7B3D}"/>
              </a:ext>
            </a:extLst>
          </p:cNvPr>
          <p:cNvSpPr>
            <a:spLocks xmlns:a="http://schemas.openxmlformats.org/drawingml/2006/main" noGrp="1"/>
          </p:cNvSpPr>
          <p:nvPr/>
        </p:nvSpPr>
        <p:spPr>
          <a:xfrm xmlns:a="http://schemas.openxmlformats.org/drawingml/2006/main">
            <a:off x="4286250" y="49339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F2925"/>
                </a:solidFill>
                <a:latin typeface="Helvetica Neue"/>
                <a:ea typeface="Helvetica Neue"/>
                <a:cs typeface="Helvetica Neue"/>
              </a:defRPr>
            </a:pPr>
            <a:r>
              <a:rPr sz="1725" b="1">
                <a:solidFill>
                  <a:srgbClr val="1F2925"/>
                </a:solidFill>
                <a:latin typeface="Helvetica Neue"/>
                <a:ea typeface="Helvetica Neue"/>
                <a:cs typeface="Helvetica Neue"/>
              </a:rPr>
              <a:t>Field truth</a:t>
            </a:r>
          </a:p>
        </p:txBody>
      </p:sp>
      <p:sp>
        <p:nvSpPr>
          <p:cNvPr id="24" name="slide-4-lower-body-1">
            <a:extLst xmlns:a="http://schemas.openxmlformats.org/drawingml/2006/main">
              <a:ext uri="{FF2B5EF4-FFF2-40B4-BE49-F238E27FC236}">
                <a16:creationId xmlns:a16="http://schemas.microsoft.com/office/drawing/2014/main" id="{0A6CACB1-2691-4A28-BCC1-87A442412FDA}"/>
              </a:ext>
            </a:extLst>
          </p:cNvPr>
          <p:cNvSpPr>
            <a:spLocks xmlns:a="http://schemas.openxmlformats.org/drawingml/2006/main" noGrp="1"/>
          </p:cNvSpPr>
          <p:nvPr/>
        </p:nvSpPr>
        <p:spPr>
          <a:xfrm xmlns:a="http://schemas.openxmlformats.org/drawingml/2006/main">
            <a:off x="4286250" y="5295900"/>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Grower observations, measurements, lab results and management history</a:t>
            </a:r>
          </a:p>
        </p:txBody>
      </p:sp>
      <p:sp>
        <p:nvSpPr>
          <p:cNvPr id="25" name="slide-4-lower-title-2">
            <a:extLst xmlns:a="http://schemas.openxmlformats.org/drawingml/2006/main">
              <a:ext uri="{FF2B5EF4-FFF2-40B4-BE49-F238E27FC236}">
                <a16:creationId xmlns:a16="http://schemas.microsoft.com/office/drawing/2014/main" id="{98122B2A-7F27-4D66-A6BF-179C84F884F2}"/>
              </a:ext>
            </a:extLst>
          </p:cNvPr>
          <p:cNvSpPr>
            <a:spLocks xmlns:a="http://schemas.openxmlformats.org/drawingml/2006/main" noGrp="1"/>
          </p:cNvSpPr>
          <p:nvPr/>
        </p:nvSpPr>
        <p:spPr>
          <a:xfrm xmlns:a="http://schemas.openxmlformats.org/drawingml/2006/main">
            <a:off x="8048625" y="49339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F2925"/>
                </a:solidFill>
                <a:latin typeface="Helvetica Neue"/>
                <a:ea typeface="Helvetica Neue"/>
                <a:cs typeface="Helvetica Neue"/>
              </a:defRPr>
            </a:pPr>
            <a:r>
              <a:rPr sz="1725" b="1">
                <a:solidFill>
                  <a:srgbClr val="1F2925"/>
                </a:solidFill>
                <a:latin typeface="Helvetica Neue"/>
                <a:ea typeface="Helvetica Neue"/>
                <a:cs typeface="Helvetica Neue"/>
              </a:rPr>
              <a:t>Live services</a:t>
            </a:r>
          </a:p>
        </p:txBody>
      </p:sp>
      <p:sp>
        <p:nvSpPr>
          <p:cNvPr id="26" name="slide-4-lower-body-2">
            <a:extLst xmlns:a="http://schemas.openxmlformats.org/drawingml/2006/main">
              <a:ext uri="{FF2B5EF4-FFF2-40B4-BE49-F238E27FC236}">
                <a16:creationId xmlns:a16="http://schemas.microsoft.com/office/drawing/2014/main" id="{FAE5FE35-AA5B-4154-9A3B-DBEB4F41FCC1}"/>
              </a:ext>
            </a:extLst>
          </p:cNvPr>
          <p:cNvSpPr>
            <a:spLocks xmlns:a="http://schemas.openxmlformats.org/drawingml/2006/main" noGrp="1"/>
          </p:cNvSpPr>
          <p:nvPr/>
        </p:nvSpPr>
        <p:spPr>
          <a:xfrm xmlns:a="http://schemas.openxmlformats.org/drawingml/2006/main">
            <a:off x="8048625" y="5295900"/>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Weather, current labels and regulations only when connected</a:t>
            </a:r>
          </a:p>
        </p:txBody>
      </p:sp>
      <p:sp>
        <p:nvSpPr>
          <p:cNvPr id="27" name="slide-4-footer">
            <a:extLst xmlns:a="http://schemas.openxmlformats.org/drawingml/2006/main">
              <a:ext uri="{FF2B5EF4-FFF2-40B4-BE49-F238E27FC236}">
                <a16:creationId xmlns:a16="http://schemas.microsoft.com/office/drawing/2014/main" id="{93E80025-FBBF-4C3C-A0CF-1BAA11210262}"/>
              </a:ext>
            </a:extLst>
          </p:cNvPr>
          <p:cNvSpPr>
            <a:spLocks xmlns:a="http://schemas.openxmlformats.org/drawingml/2006/main" noGrp="1"/>
          </p:cNvSpPr>
          <p:nvPr/>
        </p:nvSpPr>
        <p:spPr>
          <a:xfrm xmlns:a="http://schemas.openxmlformats.org/drawingml/2006/main">
            <a:off x="419100" y="6286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Open Agronomy Agent</a:t>
            </a:r>
          </a:p>
        </p:txBody>
      </p:sp>
      <p:sp>
        <p:nvSpPr>
          <p:cNvPr id="28" name="slide-4-number">
            <a:extLst xmlns:a="http://schemas.openxmlformats.org/drawingml/2006/main">
              <a:ext uri="{FF2B5EF4-FFF2-40B4-BE49-F238E27FC236}">
                <a16:creationId xmlns:a16="http://schemas.microsoft.com/office/drawing/2014/main" id="{6048BC67-7B9A-4D44-BC38-0C50E9B47887}"/>
              </a:ext>
            </a:extLst>
          </p:cNvPr>
          <p:cNvSpPr>
            <a:spLocks xmlns:a="http://schemas.openxmlformats.org/drawingml/2006/main" noGrp="1"/>
          </p:cNvSpPr>
          <p:nvPr/>
        </p:nvSpPr>
        <p:spPr>
          <a:xfrm xmlns:a="http://schemas.openxmlformats.org/drawingml/2006/main">
            <a:off x="11239500" y="62865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04</a:t>
            </a:r>
          </a:p>
        </p:txBody>
      </p:sp>
    </p:spTree>
    <p:extLst>
      <p:ext uri="{BB962C8B-B14F-4D97-AF65-F5344CB8AC3E}">
        <p14:creationId xmlns:p14="http://schemas.microsoft.com/office/powerpoint/2010/main" val="1154708700"/>
      </p:ext>
    </p:extLst>
  </p:cSld>
</p:sld>
</file>

<file path=ppt/slides/slide5.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sp>
        <p:nvSpPr>
          <p:cNvPr id="24" name="slide-5-title">
            <a:extLst xmlns:a="http://schemas.openxmlformats.org/drawingml/2006/main">
              <a:ext uri="{FF2B5EF4-FFF2-40B4-BE49-F238E27FC236}">
                <a16:creationId xmlns:a16="http://schemas.microsoft.com/office/drawing/2014/main" id="{8344CE03-F267-49F3-B4BF-D814FCDFA05A}"/>
              </a:ext>
            </a:extLst>
          </p:cNvPr>
          <p:cNvSpPr>
            <a:spLocks xmlns:a="http://schemas.openxmlformats.org/drawingml/2006/main" noGrp="1"/>
          </p:cNvSpPr>
          <p:nvPr/>
        </p:nvSpPr>
        <p:spPr>
          <a:xfrm xmlns:a="http://schemas.openxmlformats.org/drawingml/2006/main">
            <a:off x="419100" y="3238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F2925"/>
                </a:solidFill>
                <a:latin typeface="Helvetica Neue"/>
                <a:ea typeface="Helvetica Neue"/>
                <a:cs typeface="Helvetica Neue"/>
              </a:defRPr>
            </a:pPr>
            <a:r>
              <a:rPr sz="3450" b="1">
                <a:solidFill>
                  <a:srgbClr val="1F2925"/>
                </a:solidFill>
                <a:latin typeface="Helvetica Neue"/>
                <a:ea typeface="Helvetica Neue"/>
                <a:cs typeface="Helvetica Neue"/>
              </a:rPr>
              <a:t>A model-agnostic harness makes the generator replaceable</a:t>
            </a:r>
          </a:p>
        </p:txBody>
      </p:sp>
      <p:sp>
        <p:nvSpPr>
          <p:cNvPr id="2" name="slide-5-number">
            <a:extLst xmlns:a="http://schemas.openxmlformats.org/drawingml/2006/main">
              <a:ext uri="{FF2B5EF4-FFF2-40B4-BE49-F238E27FC236}">
                <a16:creationId xmlns:a16="http://schemas.microsoft.com/office/drawing/2014/main" id="{D272B79E-DDBC-4652-9616-F5CA6703713B}"/>
              </a:ext>
            </a:extLst>
          </p:cNvPr>
          <p:cNvSpPr>
            <a:spLocks xmlns:a="http://schemas.openxmlformats.org/drawingml/2006/main" noGrp="1"/>
          </p:cNvSpPr>
          <p:nvPr/>
        </p:nvSpPr>
        <p:spPr>
          <a:xfrm xmlns:a="http://schemas.openxmlformats.org/drawingml/2006/main">
            <a:off x="11239500" y="62865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05</a:t>
            </a:r>
          </a:p>
        </p:txBody>
      </p:sp>
      <p:sp>
        <p:nvSpPr>
          <p:cNvPr id="3" name="slide-5-big">
            <a:extLst xmlns:a="http://schemas.openxmlformats.org/drawingml/2006/main">
              <a:ext uri="{FF2B5EF4-FFF2-40B4-BE49-F238E27FC236}">
                <a16:creationId xmlns:a16="http://schemas.microsoft.com/office/drawing/2014/main" id="{13E4983F-520C-4ED3-B967-120EDB8AF9DE}"/>
              </a:ext>
            </a:extLst>
          </p:cNvPr>
          <p:cNvSpPr>
            <a:spLocks xmlns:a="http://schemas.openxmlformats.org/drawingml/2006/main" noGrp="1"/>
          </p:cNvSpPr>
          <p:nvPr/>
        </p:nvSpPr>
        <p:spPr>
          <a:xfrm xmlns:a="http://schemas.openxmlformats.org/drawingml/2006/main">
            <a:off x="523875" y="1619250"/>
            <a:ext cx="4476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a:solidFill>
                  <a:srgbClr val="1F2925"/>
                </a:solidFill>
                <a:latin typeface="Helvetica Neue"/>
                <a:ea typeface="Helvetica Neue"/>
                <a:cs typeface="Helvetica Neue"/>
              </a:defRPr>
            </a:pPr>
            <a:r>
              <a:rPr sz="3225" b="1">
                <a:solidFill>
                  <a:srgbClr val="1F2925"/>
                </a:solidFill>
                <a:latin typeface="Helvetica Neue"/>
                <a:ea typeface="Helvetica Neue"/>
                <a:cs typeface="Helvetica Neue"/>
              </a:rPr>
              <a:t>One evidence system.</a:t>
            </a:r>
          </a:p>
          <a:p xmlns:a="http://schemas.openxmlformats.org/drawingml/2006/main">
            <a:pPr algn="l">
              <a:defRPr sz="3225" b="1">
                <a:solidFill>
                  <a:srgbClr val="1F2925"/>
                </a:solidFill>
                <a:latin typeface="Helvetica Neue"/>
                <a:ea typeface="Helvetica Neue"/>
                <a:cs typeface="Helvetica Neue"/>
              </a:defRPr>
            </a:pPr>
            <a:r>
              <a:rPr sz="3225" b="1">
                <a:solidFill>
                  <a:srgbClr val="1F2925"/>
                </a:solidFill>
                <a:latin typeface="Helvetica Neue"/>
                <a:ea typeface="Helvetica Neue"/>
                <a:cs typeface="Helvetica Neue"/>
              </a:rPr>
              <a:t>Different model sizes.</a:t>
            </a:r>
          </a:p>
          <a:p xmlns:a="http://schemas.openxmlformats.org/drawingml/2006/main">
            <a:pPr algn="l">
              <a:defRPr sz="3225" b="1">
                <a:solidFill>
                  <a:srgbClr val="1F2925"/>
                </a:solidFill>
                <a:latin typeface="Helvetica Neue"/>
                <a:ea typeface="Helvetica Neue"/>
                <a:cs typeface="Helvetica Neue"/>
              </a:defRPr>
            </a:pPr>
            <a:r>
              <a:rPr sz="3225" b="1">
                <a:solidFill>
                  <a:srgbClr val="1F2925"/>
                </a:solidFill>
                <a:latin typeface="Helvetica Neue"/>
                <a:ea typeface="Helvetica Neue"/>
                <a:cs typeface="Helvetica Neue"/>
              </a:rPr>
              <a:t>Same answer contract.</a:t>
            </a:r>
          </a:p>
        </p:txBody>
      </p:sp>
      <p:sp>
        <p:nvSpPr>
          <p:cNvPr id="4" name="slide-5-body">
            <a:extLst xmlns:a="http://schemas.openxmlformats.org/drawingml/2006/main">
              <a:ext uri="{FF2B5EF4-FFF2-40B4-BE49-F238E27FC236}">
                <a16:creationId xmlns:a16="http://schemas.microsoft.com/office/drawing/2014/main" id="{4FDB5540-1E0D-4E6F-A5D2-E59A67D085F5}"/>
              </a:ext>
            </a:extLst>
          </p:cNvPr>
          <p:cNvSpPr>
            <a:spLocks xmlns:a="http://schemas.openxmlformats.org/drawingml/2006/main" noGrp="1"/>
          </p:cNvSpPr>
          <p:nvPr/>
        </p:nvSpPr>
        <p:spPr>
          <a:xfrm xmlns:a="http://schemas.openxmlformats.org/drawingml/2006/main">
            <a:off x="523875" y="4333875"/>
            <a:ext cx="43338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4706A"/>
                </a:solidFill>
                <a:latin typeface="Helvetica Neue"/>
                <a:ea typeface="Helvetica Neue"/>
                <a:cs typeface="Helvetica Neue"/>
              </a:defRPr>
            </a:pPr>
            <a:r>
              <a:rPr sz="1650" b="0">
                <a:solidFill>
                  <a:srgbClr val="64706A"/>
                </a:solidFill>
                <a:latin typeface="Helvetica Neue"/>
                <a:ea typeface="Helvetica Neue"/>
                <a:cs typeface="Helvetica Neue"/>
              </a:rPr>
              <a:t>Model profiles control decoding and formatting. Evidence policy, tools, field context, validation and trace schemas remain shared.</a:t>
            </a:r>
          </a:p>
        </p:txBody>
      </p:sp>
      <p:sp>
        <p:nvSpPr>
          <p:cNvPr id="5" name="slide-5-divider">
            <a:extLst xmlns:a="http://schemas.openxmlformats.org/drawingml/2006/main">
              <a:ext uri="{FF2B5EF4-FFF2-40B4-BE49-F238E27FC236}">
                <a16:creationId xmlns:a16="http://schemas.microsoft.com/office/drawing/2014/main" id="{660D892B-D323-44D0-8965-117768999EA7}"/>
              </a:ext>
            </a:extLst>
          </p:cNvPr>
          <p:cNvSpPr>
            <a:spLocks xmlns:a="http://schemas.openxmlformats.org/drawingml/2006/main" noGrp="1"/>
          </p:cNvSpPr>
          <p:nvPr/>
        </p:nvSpPr>
        <p:spPr>
          <a:xfrm xmlns:a="http://schemas.openxmlformats.org/drawingml/2006/main">
            <a:off x="5429250" y="1381125"/>
            <a:ext cx="19050" cy="4381500"/>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6" name="slide-5-dot-0">
            <a:extLst xmlns:a="http://schemas.openxmlformats.org/drawingml/2006/main">
              <a:ext uri="{FF2B5EF4-FFF2-40B4-BE49-F238E27FC236}">
                <a16:creationId xmlns:a16="http://schemas.microsoft.com/office/drawing/2014/main" id="{2502F644-C3B2-4179-BC30-5DDAA8AFF7F6}"/>
              </a:ext>
            </a:extLst>
          </p:cNvPr>
          <p:cNvSpPr>
            <a:spLocks xmlns:a="http://schemas.openxmlformats.org/drawingml/2006/main" noGrp="1"/>
          </p:cNvSpPr>
          <p:nvPr/>
        </p:nvSpPr>
        <p:spPr>
          <a:xfrm xmlns:a="http://schemas.openxmlformats.org/drawingml/2006/main">
            <a:off x="5905500" y="1504950"/>
            <a:ext cx="161925" cy="161925"/>
          </a:xfrm>
          <a:prstGeom xmlns:a="http://schemas.openxmlformats.org/drawingml/2006/main" prst="ellipse">
            <a:avLst/>
          </a:prstGeom>
          <a:solidFill xmlns:a="http://schemas.openxmlformats.org/drawingml/2006/main">
            <a:srgbClr val="2F6F8F"/>
          </a:solidFill>
          <a:ln xmlns:a="http://schemas.openxmlformats.org/drawingml/2006/main" w="0">
            <a:solidFill>
              <a:srgbClr val="2F6F8F"/>
            </a:solidFill>
            <a:prstDash val="solid"/>
          </a:ln>
        </p:spPr>
      </p:sp>
      <p:sp>
        <p:nvSpPr>
          <p:cNvPr id="7" name="slide-5-kicker-0">
            <a:extLst xmlns:a="http://schemas.openxmlformats.org/drawingml/2006/main">
              <a:ext uri="{FF2B5EF4-FFF2-40B4-BE49-F238E27FC236}">
                <a16:creationId xmlns:a16="http://schemas.microsoft.com/office/drawing/2014/main" id="{76F55F59-E23C-41FC-B0E0-6F9DDD801E8A}"/>
              </a:ext>
            </a:extLst>
          </p:cNvPr>
          <p:cNvSpPr>
            <a:spLocks xmlns:a="http://schemas.openxmlformats.org/drawingml/2006/main" noGrp="1"/>
          </p:cNvSpPr>
          <p:nvPr/>
        </p:nvSpPr>
        <p:spPr>
          <a:xfrm xmlns:a="http://schemas.openxmlformats.org/drawingml/2006/main">
            <a:off x="6238875" y="1428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64706A"/>
                </a:solidFill>
                <a:latin typeface="Helvetica Neue"/>
                <a:ea typeface="Helvetica Neue"/>
                <a:cs typeface="Helvetica Neue"/>
              </a:defRPr>
            </a:pPr>
            <a:r>
              <a:rPr sz="1350" b="1">
                <a:solidFill>
                  <a:srgbClr val="64706A"/>
                </a:solidFill>
                <a:latin typeface="Helvetica Neue"/>
                <a:ea typeface="Helvetica Neue"/>
                <a:cs typeface="Helvetica Neue"/>
              </a:rPr>
              <a:t>Inference</a:t>
            </a:r>
          </a:p>
        </p:txBody>
      </p:sp>
      <p:sp>
        <p:nvSpPr>
          <p:cNvPr id="8" name="slide-5-title-0">
            <a:extLst xmlns:a="http://schemas.openxmlformats.org/drawingml/2006/main">
              <a:ext uri="{FF2B5EF4-FFF2-40B4-BE49-F238E27FC236}">
                <a16:creationId xmlns:a16="http://schemas.microsoft.com/office/drawing/2014/main" id="{EFA42F70-90BE-4842-B35C-C88F8C9BB943}"/>
              </a:ext>
            </a:extLst>
          </p:cNvPr>
          <p:cNvSpPr>
            <a:spLocks xmlns:a="http://schemas.openxmlformats.org/drawingml/2006/main" noGrp="1"/>
          </p:cNvSpPr>
          <p:nvPr/>
        </p:nvSpPr>
        <p:spPr>
          <a:xfrm xmlns:a="http://schemas.openxmlformats.org/drawingml/2006/main">
            <a:off x="6238875" y="17145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F2925"/>
                </a:solidFill>
                <a:latin typeface="Helvetica Neue"/>
                <a:ea typeface="Helvetica Neue"/>
                <a:cs typeface="Helvetica Neue"/>
              </a:defRPr>
            </a:pPr>
            <a:r>
              <a:rPr sz="1875" b="1">
                <a:solidFill>
                  <a:srgbClr val="1F2925"/>
                </a:solidFill>
                <a:latin typeface="Helvetica Neue"/>
                <a:ea typeface="Helvetica Neue"/>
                <a:cs typeface="Helvetica Neue"/>
              </a:rPr>
              <a:t>MLX + MLX-LM</a:t>
            </a:r>
          </a:p>
        </p:txBody>
      </p:sp>
      <p:sp>
        <p:nvSpPr>
          <p:cNvPr id="9" name="slide-5-detail-0">
            <a:extLst xmlns:a="http://schemas.openxmlformats.org/drawingml/2006/main">
              <a:ext uri="{FF2B5EF4-FFF2-40B4-BE49-F238E27FC236}">
                <a16:creationId xmlns:a16="http://schemas.microsoft.com/office/drawing/2014/main" id="{46ED0707-44F3-40EF-8913-0DFB938062E0}"/>
              </a:ext>
            </a:extLst>
          </p:cNvPr>
          <p:cNvSpPr>
            <a:spLocks xmlns:a="http://schemas.openxmlformats.org/drawingml/2006/main" noGrp="1"/>
          </p:cNvSpPr>
          <p:nvPr/>
        </p:nvSpPr>
        <p:spPr>
          <a:xfrm xmlns:a="http://schemas.openxmlformats.org/drawingml/2006/main">
            <a:off x="6238875" y="20764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4-bit Hugging Face snapshots on Apple silicon</a:t>
            </a:r>
          </a:p>
        </p:txBody>
      </p:sp>
      <p:sp>
        <p:nvSpPr>
          <p:cNvPr id="10" name="slide-5-dot-1">
            <a:extLst xmlns:a="http://schemas.openxmlformats.org/drawingml/2006/main">
              <a:ext uri="{FF2B5EF4-FFF2-40B4-BE49-F238E27FC236}">
                <a16:creationId xmlns:a16="http://schemas.microsoft.com/office/drawing/2014/main" id="{9A19ABB6-F8D1-41A4-AA0E-F1D4CECE95A5}"/>
              </a:ext>
            </a:extLst>
          </p:cNvPr>
          <p:cNvSpPr>
            <a:spLocks xmlns:a="http://schemas.openxmlformats.org/drawingml/2006/main" noGrp="1"/>
          </p:cNvSpPr>
          <p:nvPr/>
        </p:nvSpPr>
        <p:spPr>
          <a:xfrm xmlns:a="http://schemas.openxmlformats.org/drawingml/2006/main">
            <a:off x="5905500" y="2628900"/>
            <a:ext cx="161925" cy="161925"/>
          </a:xfrm>
          <a:prstGeom xmlns:a="http://schemas.openxmlformats.org/drawingml/2006/main" prst="ellipse">
            <a:avLst/>
          </a:prstGeom>
          <a:solidFill xmlns:a="http://schemas.openxmlformats.org/drawingml/2006/main">
            <a:srgbClr val="4B8F78"/>
          </a:solidFill>
          <a:ln xmlns:a="http://schemas.openxmlformats.org/drawingml/2006/main" w="0">
            <a:solidFill>
              <a:srgbClr val="4B8F78"/>
            </a:solidFill>
            <a:prstDash val="solid"/>
          </a:ln>
        </p:spPr>
      </p:sp>
      <p:sp>
        <p:nvSpPr>
          <p:cNvPr id="11" name="slide-5-kicker-1">
            <a:extLst xmlns:a="http://schemas.openxmlformats.org/drawingml/2006/main">
              <a:ext uri="{FF2B5EF4-FFF2-40B4-BE49-F238E27FC236}">
                <a16:creationId xmlns:a16="http://schemas.microsoft.com/office/drawing/2014/main" id="{A58E02D2-52E8-4D15-9160-20D57908480D}"/>
              </a:ext>
            </a:extLst>
          </p:cNvPr>
          <p:cNvSpPr>
            <a:spLocks xmlns:a="http://schemas.openxmlformats.org/drawingml/2006/main" noGrp="1"/>
          </p:cNvSpPr>
          <p:nvPr/>
        </p:nvSpPr>
        <p:spPr>
          <a:xfrm xmlns:a="http://schemas.openxmlformats.org/drawingml/2006/main">
            <a:off x="6238875" y="25527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64706A"/>
                </a:solidFill>
                <a:latin typeface="Helvetica Neue"/>
                <a:ea typeface="Helvetica Neue"/>
                <a:cs typeface="Helvetica Neue"/>
              </a:defRPr>
            </a:pPr>
            <a:r>
              <a:rPr sz="1350" b="1">
                <a:solidFill>
                  <a:srgbClr val="64706A"/>
                </a:solidFill>
                <a:latin typeface="Helvetica Neue"/>
                <a:ea typeface="Helvetica Neue"/>
                <a:cs typeface="Helvetica Neue"/>
              </a:rPr>
              <a:t>Knowledge orchestration</a:t>
            </a:r>
          </a:p>
        </p:txBody>
      </p:sp>
      <p:sp>
        <p:nvSpPr>
          <p:cNvPr id="12" name="slide-5-title-1">
            <a:extLst xmlns:a="http://schemas.openxmlformats.org/drawingml/2006/main">
              <a:ext uri="{FF2B5EF4-FFF2-40B4-BE49-F238E27FC236}">
                <a16:creationId xmlns:a16="http://schemas.microsoft.com/office/drawing/2014/main" id="{0B3A68D9-D4D0-49F5-87A8-ACDB4B0B0D76}"/>
              </a:ext>
            </a:extLst>
          </p:cNvPr>
          <p:cNvSpPr>
            <a:spLocks xmlns:a="http://schemas.openxmlformats.org/drawingml/2006/main" noGrp="1"/>
          </p:cNvSpPr>
          <p:nvPr/>
        </p:nvSpPr>
        <p:spPr>
          <a:xfrm xmlns:a="http://schemas.openxmlformats.org/drawingml/2006/main">
            <a:off x="6238875" y="28384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F2925"/>
                </a:solidFill>
                <a:latin typeface="Helvetica Neue"/>
                <a:ea typeface="Helvetica Neue"/>
                <a:cs typeface="Helvetica Neue"/>
              </a:defRPr>
            </a:pPr>
            <a:r>
              <a:rPr sz="1875" b="1">
                <a:solidFill>
                  <a:srgbClr val="1F2925"/>
                </a:solidFill>
                <a:latin typeface="Helvetica Neue"/>
                <a:ea typeface="Helvetica Neue"/>
                <a:cs typeface="Helvetica Neue"/>
              </a:rPr>
              <a:t>Custom Python kernel + Agno runtime</a:t>
            </a:r>
          </a:p>
        </p:txBody>
      </p:sp>
      <p:sp>
        <p:nvSpPr>
          <p:cNvPr id="13" name="slide-5-detail-1">
            <a:extLst xmlns:a="http://schemas.openxmlformats.org/drawingml/2006/main">
              <a:ext uri="{FF2B5EF4-FFF2-40B4-BE49-F238E27FC236}">
                <a16:creationId xmlns:a16="http://schemas.microsoft.com/office/drawing/2014/main" id="{36D67828-7B36-40D8-A934-10B20BE1FE03}"/>
              </a:ext>
            </a:extLst>
          </p:cNvPr>
          <p:cNvSpPr>
            <a:spLocks xmlns:a="http://schemas.openxmlformats.org/drawingml/2006/main" noGrp="1"/>
          </p:cNvSpPr>
          <p:nvPr/>
        </p:nvSpPr>
        <p:spPr>
          <a:xfrm xmlns:a="http://schemas.openxmlformats.org/drawingml/2006/main">
            <a:off x="6238875" y="32004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Local lexical/coverage retrieval, SoilWise KG and policy gates</a:t>
            </a:r>
          </a:p>
        </p:txBody>
      </p:sp>
      <p:sp>
        <p:nvSpPr>
          <p:cNvPr id="14" name="slide-5-dot-2">
            <a:extLst xmlns:a="http://schemas.openxmlformats.org/drawingml/2006/main">
              <a:ext uri="{FF2B5EF4-FFF2-40B4-BE49-F238E27FC236}">
                <a16:creationId xmlns:a16="http://schemas.microsoft.com/office/drawing/2014/main" id="{8B1CCAB1-E602-4782-99C0-56546222EC2D}"/>
              </a:ext>
            </a:extLst>
          </p:cNvPr>
          <p:cNvSpPr>
            <a:spLocks xmlns:a="http://schemas.openxmlformats.org/drawingml/2006/main" noGrp="1"/>
          </p:cNvSpPr>
          <p:nvPr/>
        </p:nvSpPr>
        <p:spPr>
          <a:xfrm xmlns:a="http://schemas.openxmlformats.org/drawingml/2006/main">
            <a:off x="5905500" y="3752850"/>
            <a:ext cx="161925" cy="161925"/>
          </a:xfrm>
          <a:prstGeom xmlns:a="http://schemas.openxmlformats.org/drawingml/2006/main" prst="ellipse">
            <a:avLst/>
          </a:prstGeom>
          <a:solidFill xmlns:a="http://schemas.openxmlformats.org/drawingml/2006/main">
            <a:srgbClr val="C18B36"/>
          </a:solidFill>
          <a:ln xmlns:a="http://schemas.openxmlformats.org/drawingml/2006/main" w="0">
            <a:solidFill>
              <a:srgbClr val="C18B36"/>
            </a:solidFill>
            <a:prstDash val="solid"/>
          </a:ln>
        </p:spPr>
      </p:sp>
      <p:sp>
        <p:nvSpPr>
          <p:cNvPr id="15" name="slide-5-kicker-2">
            <a:extLst xmlns:a="http://schemas.openxmlformats.org/drawingml/2006/main">
              <a:ext uri="{FF2B5EF4-FFF2-40B4-BE49-F238E27FC236}">
                <a16:creationId xmlns:a16="http://schemas.microsoft.com/office/drawing/2014/main" id="{9524BFED-5B4E-414D-A587-F840AC2696D2}"/>
              </a:ext>
            </a:extLst>
          </p:cNvPr>
          <p:cNvSpPr>
            <a:spLocks xmlns:a="http://schemas.openxmlformats.org/drawingml/2006/main" noGrp="1"/>
          </p:cNvSpPr>
          <p:nvPr/>
        </p:nvSpPr>
        <p:spPr>
          <a:xfrm xmlns:a="http://schemas.openxmlformats.org/drawingml/2006/main">
            <a:off x="6238875" y="36766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64706A"/>
                </a:solidFill>
                <a:latin typeface="Helvetica Neue"/>
                <a:ea typeface="Helvetica Neue"/>
                <a:cs typeface="Helvetica Neue"/>
              </a:defRPr>
            </a:pPr>
            <a:r>
              <a:rPr sz="1350" b="1">
                <a:solidFill>
                  <a:srgbClr val="64706A"/>
                </a:solidFill>
                <a:latin typeface="Helvetica Neue"/>
                <a:ea typeface="Helvetica Neue"/>
                <a:cs typeface="Helvetica Neue"/>
              </a:rPr>
              <a:t>Service + persistence</a:t>
            </a:r>
          </a:p>
        </p:txBody>
      </p:sp>
      <p:sp>
        <p:nvSpPr>
          <p:cNvPr id="16" name="slide-5-title-2">
            <a:extLst xmlns:a="http://schemas.openxmlformats.org/drawingml/2006/main">
              <a:ext uri="{FF2B5EF4-FFF2-40B4-BE49-F238E27FC236}">
                <a16:creationId xmlns:a16="http://schemas.microsoft.com/office/drawing/2014/main" id="{358A0CD8-F4B8-478B-90AC-EB0B44E6EE1D}"/>
              </a:ext>
            </a:extLst>
          </p:cNvPr>
          <p:cNvSpPr>
            <a:spLocks xmlns:a="http://schemas.openxmlformats.org/drawingml/2006/main" noGrp="1"/>
          </p:cNvSpPr>
          <p:nvPr/>
        </p:nvSpPr>
        <p:spPr>
          <a:xfrm xmlns:a="http://schemas.openxmlformats.org/drawingml/2006/main">
            <a:off x="6238875" y="39624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F2925"/>
                </a:solidFill>
                <a:latin typeface="Helvetica Neue"/>
                <a:ea typeface="Helvetica Neue"/>
                <a:cs typeface="Helvetica Neue"/>
              </a:defRPr>
            </a:pPr>
            <a:r>
              <a:rPr sz="1875" b="1">
                <a:solidFill>
                  <a:srgbClr val="1F2925"/>
                </a:solidFill>
                <a:latin typeface="Helvetica Neue"/>
                <a:ea typeface="Helvetica Neue"/>
                <a:cs typeface="Helvetica Neue"/>
              </a:rPr>
              <a:t>FastAPI + SQLite + HTTPX</a:t>
            </a:r>
          </a:p>
        </p:txBody>
      </p:sp>
      <p:sp>
        <p:nvSpPr>
          <p:cNvPr id="17" name="slide-5-detail-2">
            <a:extLst xmlns:a="http://schemas.openxmlformats.org/drawingml/2006/main">
              <a:ext uri="{FF2B5EF4-FFF2-40B4-BE49-F238E27FC236}">
                <a16:creationId xmlns:a16="http://schemas.microsoft.com/office/drawing/2014/main" id="{BB717364-5846-4C47-90E4-DA3740664B46}"/>
              </a:ext>
            </a:extLst>
          </p:cNvPr>
          <p:cNvSpPr>
            <a:spLocks xmlns:a="http://schemas.openxmlformats.org/drawingml/2006/main" noGrp="1"/>
          </p:cNvSpPr>
          <p:nvPr/>
        </p:nvSpPr>
        <p:spPr>
          <a:xfrm xmlns:a="http://schemas.openxmlformats.org/drawingml/2006/main">
            <a:off x="6238875" y="43243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API, answer traces, field history and online adapters</a:t>
            </a:r>
          </a:p>
        </p:txBody>
      </p:sp>
      <p:sp>
        <p:nvSpPr>
          <p:cNvPr id="18" name="slide-5-dot-3">
            <a:extLst xmlns:a="http://schemas.openxmlformats.org/drawingml/2006/main">
              <a:ext uri="{FF2B5EF4-FFF2-40B4-BE49-F238E27FC236}">
                <a16:creationId xmlns:a16="http://schemas.microsoft.com/office/drawing/2014/main" id="{FCD84DC6-EAE0-4074-A05F-90DB96280DF8}"/>
              </a:ext>
            </a:extLst>
          </p:cNvPr>
          <p:cNvSpPr>
            <a:spLocks xmlns:a="http://schemas.openxmlformats.org/drawingml/2006/main" noGrp="1"/>
          </p:cNvSpPr>
          <p:nvPr/>
        </p:nvSpPr>
        <p:spPr>
          <a:xfrm xmlns:a="http://schemas.openxmlformats.org/drawingml/2006/main">
            <a:off x="5905500" y="4876800"/>
            <a:ext cx="161925" cy="161925"/>
          </a:xfrm>
          <a:prstGeom xmlns:a="http://schemas.openxmlformats.org/drawingml/2006/main" prst="ellipse">
            <a:avLst/>
          </a:prstGeom>
          <a:solidFill xmlns:a="http://schemas.openxmlformats.org/drawingml/2006/main">
            <a:srgbClr val="B85C4A"/>
          </a:solidFill>
          <a:ln xmlns:a="http://schemas.openxmlformats.org/drawingml/2006/main" w="0">
            <a:solidFill>
              <a:srgbClr val="B85C4A"/>
            </a:solidFill>
            <a:prstDash val="solid"/>
          </a:ln>
        </p:spPr>
      </p:sp>
      <p:sp>
        <p:nvSpPr>
          <p:cNvPr id="19" name="slide-5-kicker-3">
            <a:extLst xmlns:a="http://schemas.openxmlformats.org/drawingml/2006/main">
              <a:ext uri="{FF2B5EF4-FFF2-40B4-BE49-F238E27FC236}">
                <a16:creationId xmlns:a16="http://schemas.microsoft.com/office/drawing/2014/main" id="{153C4138-279E-4119-845D-F62FE506FFD2}"/>
              </a:ext>
            </a:extLst>
          </p:cNvPr>
          <p:cNvSpPr>
            <a:spLocks xmlns:a="http://schemas.openxmlformats.org/drawingml/2006/main" noGrp="1"/>
          </p:cNvSpPr>
          <p:nvPr/>
        </p:nvSpPr>
        <p:spPr>
          <a:xfrm xmlns:a="http://schemas.openxmlformats.org/drawingml/2006/main">
            <a:off x="6238875" y="48006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64706A"/>
                </a:solidFill>
                <a:latin typeface="Helvetica Neue"/>
                <a:ea typeface="Helvetica Neue"/>
                <a:cs typeface="Helvetica Neue"/>
              </a:defRPr>
            </a:pPr>
            <a:r>
              <a:rPr sz="1350" b="1">
                <a:solidFill>
                  <a:srgbClr val="64706A"/>
                </a:solidFill>
                <a:latin typeface="Helvetica Neue"/>
                <a:ea typeface="Helvetica Neue"/>
                <a:cs typeface="Helvetica Neue"/>
              </a:rPr>
              <a:t>Interface + spatial build</a:t>
            </a:r>
          </a:p>
        </p:txBody>
      </p:sp>
      <p:sp>
        <p:nvSpPr>
          <p:cNvPr id="20" name="slide-5-title-3">
            <a:extLst xmlns:a="http://schemas.openxmlformats.org/drawingml/2006/main">
              <a:ext uri="{FF2B5EF4-FFF2-40B4-BE49-F238E27FC236}">
                <a16:creationId xmlns:a16="http://schemas.microsoft.com/office/drawing/2014/main" id="{6E622C10-368A-47C5-8810-66175655AF33}"/>
              </a:ext>
            </a:extLst>
          </p:cNvPr>
          <p:cNvSpPr>
            <a:spLocks xmlns:a="http://schemas.openxmlformats.org/drawingml/2006/main" noGrp="1"/>
          </p:cNvSpPr>
          <p:nvPr/>
        </p:nvSpPr>
        <p:spPr>
          <a:xfrm xmlns:a="http://schemas.openxmlformats.org/drawingml/2006/main">
            <a:off x="6238875" y="50863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F2925"/>
                </a:solidFill>
                <a:latin typeface="Helvetica Neue"/>
                <a:ea typeface="Helvetica Neue"/>
                <a:cs typeface="Helvetica Neue"/>
              </a:defRPr>
            </a:pPr>
            <a:r>
              <a:rPr sz="1875" b="1">
                <a:solidFill>
                  <a:srgbClr val="1F2925"/>
                </a:solidFill>
                <a:latin typeface="Helvetica Neue"/>
                <a:ea typeface="Helvetica Neue"/>
                <a:cs typeface="Helvetica Neue"/>
              </a:rPr>
              <a:t>React/Vite/Leaflet + GeoPandas</a:t>
            </a:r>
          </a:p>
        </p:txBody>
      </p:sp>
      <p:sp>
        <p:nvSpPr>
          <p:cNvPr id="21" name="slide-5-detail-3">
            <a:extLst xmlns:a="http://schemas.openxmlformats.org/drawingml/2006/main">
              <a:ext uri="{FF2B5EF4-FFF2-40B4-BE49-F238E27FC236}">
                <a16:creationId xmlns:a16="http://schemas.microsoft.com/office/drawing/2014/main" id="{208BF92F-7F27-4C58-A384-6B150D4E7862}"/>
              </a:ext>
            </a:extLst>
          </p:cNvPr>
          <p:cNvSpPr>
            <a:spLocks xmlns:a="http://schemas.openxmlformats.org/drawingml/2006/main" noGrp="1"/>
          </p:cNvSpPr>
          <p:nvPr/>
        </p:nvSpPr>
        <p:spPr>
          <a:xfrm xmlns:a="http://schemas.openxmlformats.org/drawingml/2006/main">
            <a:off x="6238875" y="54483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Map-first UI; Shapely/PyProj prepare offline layers</a:t>
            </a:r>
          </a:p>
        </p:txBody>
      </p:sp>
      <p:sp>
        <p:nvSpPr>
          <p:cNvPr id="22" name="slide-5-footer">
            <a:extLst xmlns:a="http://schemas.openxmlformats.org/drawingml/2006/main">
              <a:ext uri="{FF2B5EF4-FFF2-40B4-BE49-F238E27FC236}">
                <a16:creationId xmlns:a16="http://schemas.microsoft.com/office/drawing/2014/main" id="{6E19E99E-BBD4-46BA-8431-69D21616C53F}"/>
              </a:ext>
            </a:extLst>
          </p:cNvPr>
          <p:cNvSpPr>
            <a:spLocks xmlns:a="http://schemas.openxmlformats.org/drawingml/2006/main" noGrp="1"/>
          </p:cNvSpPr>
          <p:nvPr/>
        </p:nvSpPr>
        <p:spPr>
          <a:xfrm xmlns:a="http://schemas.openxmlformats.org/drawingml/2006/main">
            <a:off x="419100" y="6286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Open Agronomy Agent</a:t>
            </a:r>
          </a:p>
        </p:txBody>
      </p:sp>
      <p:sp>
        <p:nvSpPr>
          <p:cNvPr id="23" name="slide-5-number">
            <a:extLst xmlns:a="http://schemas.openxmlformats.org/drawingml/2006/main">
              <a:ext uri="{FF2B5EF4-FFF2-40B4-BE49-F238E27FC236}">
                <a16:creationId xmlns:a16="http://schemas.microsoft.com/office/drawing/2014/main" id="{2B67B160-68E5-44D3-BA94-7461052EFF17}"/>
              </a:ext>
            </a:extLst>
          </p:cNvPr>
          <p:cNvSpPr>
            <a:spLocks xmlns:a="http://schemas.openxmlformats.org/drawingml/2006/main" noGrp="1"/>
          </p:cNvSpPr>
          <p:nvPr/>
        </p:nvSpPr>
        <p:spPr>
          <a:xfrm xmlns:a="http://schemas.openxmlformats.org/drawingml/2006/main">
            <a:off x="11239500" y="62865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05</a:t>
            </a:r>
          </a:p>
        </p:txBody>
      </p:sp>
    </p:spTree>
    <p:extLst>
      <p:ext uri="{BB962C8B-B14F-4D97-AF65-F5344CB8AC3E}">
        <p14:creationId xmlns:p14="http://schemas.microsoft.com/office/powerpoint/2010/main" val="997530418"/>
      </p:ext>
    </p:extLst>
  </p:cSld>
</p:sld>
</file>

<file path=ppt/slides/slide6.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sp>
        <p:nvSpPr>
          <p:cNvPr id="29" name="slide-6-title">
            <a:extLst xmlns:a="http://schemas.openxmlformats.org/drawingml/2006/main">
              <a:ext uri="{FF2B5EF4-FFF2-40B4-BE49-F238E27FC236}">
                <a16:creationId xmlns:a16="http://schemas.microsoft.com/office/drawing/2014/main" id="{D08FE261-79DA-4ABA-80D7-43F0C5A30D87}"/>
              </a:ext>
            </a:extLst>
          </p:cNvPr>
          <p:cNvSpPr>
            <a:spLocks xmlns:a="http://schemas.openxmlformats.org/drawingml/2006/main" noGrp="1"/>
          </p:cNvSpPr>
          <p:nvPr/>
        </p:nvSpPr>
        <p:spPr>
          <a:xfrm xmlns:a="http://schemas.openxmlformats.org/drawingml/2006/main">
            <a:off x="419100" y="3238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F2925"/>
                </a:solidFill>
                <a:latin typeface="Helvetica Neue"/>
                <a:ea typeface="Helvetica Neue"/>
                <a:cs typeface="Helvetica Neue"/>
              </a:defRPr>
            </a:pPr>
            <a:r>
              <a:rPr sz="3450" b="1">
                <a:solidFill>
                  <a:srgbClr val="1F2925"/>
                </a:solidFill>
                <a:latin typeface="Helvetica Neue"/>
                <a:ea typeface="Helvetica Neue"/>
                <a:cs typeface="Helvetica Neue"/>
              </a:rPr>
              <a:t>Each model faces the same four conditions</a:t>
            </a:r>
          </a:p>
        </p:txBody>
      </p:sp>
      <p:sp>
        <p:nvSpPr>
          <p:cNvPr id="2" name="slide-6-subtitle">
            <a:extLst xmlns:a="http://schemas.openxmlformats.org/drawingml/2006/main">
              <a:ext uri="{FF2B5EF4-FFF2-40B4-BE49-F238E27FC236}">
                <a16:creationId xmlns:a16="http://schemas.microsoft.com/office/drawing/2014/main" id="{6C90183F-B119-4EC1-BE05-8A3C6FA37CCF}"/>
              </a:ext>
            </a:extLst>
          </p:cNvPr>
          <p:cNvSpPr>
            <a:spLocks xmlns:a="http://schemas.openxmlformats.org/drawingml/2006/main" noGrp="1"/>
          </p:cNvSpPr>
          <p:nvPr/>
        </p:nvSpPr>
        <p:spPr>
          <a:xfrm xmlns:a="http://schemas.openxmlformats.org/drawingml/2006/main">
            <a:off x="419100" y="9906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4706A"/>
                </a:solidFill>
                <a:latin typeface="Helvetica Neue"/>
                <a:ea typeface="Helvetica Neue"/>
                <a:cs typeface="Helvetica Neue"/>
              </a:defRPr>
            </a:pPr>
            <a:r>
              <a:rPr sz="1650" b="0">
                <a:solidFill>
                  <a:srgbClr val="64706A"/>
                </a:solidFill>
                <a:latin typeface="Helvetica Neue"/>
                <a:ea typeface="Helvetica Neue"/>
                <a:cs typeface="Helvetica Neue"/>
              </a:rPr>
              <a:t>Questions stay fixed while the harness adds one layer at a time</a:t>
            </a:r>
          </a:p>
        </p:txBody>
      </p:sp>
      <p:sp>
        <p:nvSpPr>
          <p:cNvPr id="3" name="slide-6-number">
            <a:extLst xmlns:a="http://schemas.openxmlformats.org/drawingml/2006/main">
              <a:ext uri="{FF2B5EF4-FFF2-40B4-BE49-F238E27FC236}">
                <a16:creationId xmlns:a16="http://schemas.microsoft.com/office/drawing/2014/main" id="{59C0CB59-F099-40EF-AD68-EBC0D8B7885A}"/>
              </a:ext>
            </a:extLst>
          </p:cNvPr>
          <p:cNvSpPr>
            <a:spLocks xmlns:a="http://schemas.openxmlformats.org/drawingml/2006/main" noGrp="1"/>
          </p:cNvSpPr>
          <p:nvPr/>
        </p:nvSpPr>
        <p:spPr>
          <a:xfrm xmlns:a="http://schemas.openxmlformats.org/drawingml/2006/main">
            <a:off x="11239500" y="62865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06</a:t>
            </a:r>
          </a:p>
        </p:txBody>
      </p:sp>
      <p:sp>
        <p:nvSpPr>
          <p:cNvPr id="4" name="slide-6-equation">
            <a:extLst xmlns:a="http://schemas.openxmlformats.org/drawingml/2006/main">
              <a:ext uri="{FF2B5EF4-FFF2-40B4-BE49-F238E27FC236}">
                <a16:creationId xmlns:a16="http://schemas.microsoft.com/office/drawing/2014/main" id="{D487EFB8-F098-4FB4-BDC2-C260D5FDDFEA}"/>
              </a:ext>
            </a:extLst>
          </p:cNvPr>
          <p:cNvSpPr>
            <a:spLocks xmlns:a="http://schemas.openxmlformats.org/drawingml/2006/main" noGrp="1"/>
          </p:cNvSpPr>
          <p:nvPr/>
        </p:nvSpPr>
        <p:spPr>
          <a:xfrm xmlns:a="http://schemas.openxmlformats.org/drawingml/2006/main">
            <a:off x="523875" y="1571625"/>
            <a:ext cx="1114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00" b="1">
                <a:solidFill>
                  <a:srgbClr val="2F6F8F"/>
                </a:solidFill>
                <a:latin typeface="Helvetica Neue"/>
                <a:ea typeface="Helvetica Neue"/>
                <a:cs typeface="Helvetica Neue"/>
              </a:defRPr>
            </a:pPr>
            <a:r>
              <a:rPr sz="2400" b="1">
                <a:solidFill>
                  <a:srgbClr val="2F6F8F"/>
                </a:solidFill>
                <a:latin typeface="Helvetica Neue"/>
                <a:ea typeface="Helvetica Neue"/>
                <a:cs typeface="Helvetica Neue"/>
              </a:rPr>
              <a:t>241 questions  ×  3 models  ×  4 conditions  =  2,892 stored answers</a:t>
            </a:r>
          </a:p>
        </p:txBody>
      </p:sp>
      <p:sp>
        <p:nvSpPr>
          <p:cNvPr id="5" name="slide-6-record">
            <a:extLst xmlns:a="http://schemas.openxmlformats.org/drawingml/2006/main">
              <a:ext uri="{FF2B5EF4-FFF2-40B4-BE49-F238E27FC236}">
                <a16:creationId xmlns:a16="http://schemas.microsoft.com/office/drawing/2014/main" id="{E62F8C15-8FEE-4B58-BFB3-0681F48B04C9}"/>
              </a:ext>
            </a:extLst>
          </p:cNvPr>
          <p:cNvSpPr>
            <a:spLocks xmlns:a="http://schemas.openxmlformats.org/drawingml/2006/main" noGrp="1"/>
          </p:cNvSpPr>
          <p:nvPr/>
        </p:nvSpPr>
        <p:spPr>
          <a:xfrm xmlns:a="http://schemas.openxmlformats.org/drawingml/2006/main">
            <a:off x="809625" y="207645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64706A"/>
                </a:solidFill>
                <a:latin typeface="Helvetica Neue"/>
                <a:ea typeface="Helvetica Neue"/>
                <a:cs typeface="Helvetica Neue"/>
              </a:defRPr>
            </a:pPr>
            <a:r>
              <a:rPr sz="1425" b="0">
                <a:solidFill>
                  <a:srgbClr val="64706A"/>
                </a:solidFill>
                <a:latin typeface="Helvetica Neue"/>
                <a:ea typeface="Helvetica Neue"/>
                <a:cs typeface="Helvetica Neue"/>
              </a:rPr>
              <a:t>Every answer keeps its exact prompt, field context, evidence packet, execution trace and separate judgment record.</a:t>
            </a:r>
          </a:p>
        </p:txBody>
      </p:sp>
      <p:sp>
        <p:nvSpPr>
          <p:cNvPr id="6" name="slide-6-condition-heading">
            <a:extLst xmlns:a="http://schemas.openxmlformats.org/drawingml/2006/main">
              <a:ext uri="{FF2B5EF4-FFF2-40B4-BE49-F238E27FC236}">
                <a16:creationId xmlns:a16="http://schemas.microsoft.com/office/drawing/2014/main" id="{2F02EC48-8197-4885-9F42-601E1D38A306}"/>
              </a:ext>
            </a:extLst>
          </p:cNvPr>
          <p:cNvSpPr>
            <a:spLocks xmlns:a="http://schemas.openxmlformats.org/drawingml/2006/main" noGrp="1"/>
          </p:cNvSpPr>
          <p:nvPr/>
        </p:nvSpPr>
        <p:spPr>
          <a:xfrm xmlns:a="http://schemas.openxmlformats.org/drawingml/2006/main">
            <a:off x="523875" y="264795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F2925"/>
                </a:solidFill>
                <a:latin typeface="Helvetica Neue"/>
                <a:ea typeface="Helvetica Neue"/>
                <a:cs typeface="Helvetica Neue"/>
              </a:defRPr>
            </a:pPr>
            <a:r>
              <a:rPr sz="1800" b="1">
                <a:solidFill>
                  <a:srgbClr val="1F2925"/>
                </a:solidFill>
                <a:latin typeface="Helvetica Neue"/>
                <a:ea typeface="Helvetica Neue"/>
                <a:cs typeface="Helvetica Neue"/>
              </a:rPr>
              <a:t>Four matched conditions isolate where any change enters</a:t>
            </a:r>
          </a:p>
        </p:txBody>
      </p:sp>
      <p:sp>
        <p:nvSpPr>
          <p:cNvPr id="7" name="slide-6-arm-spine">
            <a:extLst xmlns:a="http://schemas.openxmlformats.org/drawingml/2006/main">
              <a:ext uri="{FF2B5EF4-FFF2-40B4-BE49-F238E27FC236}">
                <a16:creationId xmlns:a16="http://schemas.microsoft.com/office/drawing/2014/main" id="{26CF892B-7A7B-46B7-AE66-21FF1381099F}"/>
              </a:ext>
            </a:extLst>
          </p:cNvPr>
          <p:cNvSpPr>
            <a:spLocks xmlns:a="http://schemas.openxmlformats.org/drawingml/2006/main" noGrp="1"/>
          </p:cNvSpPr>
          <p:nvPr/>
        </p:nvSpPr>
        <p:spPr>
          <a:xfrm xmlns:a="http://schemas.openxmlformats.org/drawingml/2006/main">
            <a:off x="1238250" y="3448050"/>
            <a:ext cx="8572500" cy="38100"/>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8" name="slide-6-arm-circle-0">
            <a:extLst xmlns:a="http://schemas.openxmlformats.org/drawingml/2006/main">
              <a:ext uri="{FF2B5EF4-FFF2-40B4-BE49-F238E27FC236}">
                <a16:creationId xmlns:a16="http://schemas.microsoft.com/office/drawing/2014/main" id="{03655A86-9469-43C4-BCD4-E1ED7F3DC468}"/>
              </a:ext>
            </a:extLst>
          </p:cNvPr>
          <p:cNvSpPr>
            <a:spLocks xmlns:a="http://schemas.openxmlformats.org/drawingml/2006/main" noGrp="1"/>
          </p:cNvSpPr>
          <p:nvPr/>
        </p:nvSpPr>
        <p:spPr>
          <a:xfrm xmlns:a="http://schemas.openxmlformats.org/drawingml/2006/main">
            <a:off x="876300" y="3105150"/>
            <a:ext cx="723900" cy="723900"/>
          </a:xfrm>
          <a:prstGeom xmlns:a="http://schemas.openxmlformats.org/drawingml/2006/main" prst="ellipse">
            <a:avLst/>
          </a:prstGeom>
          <a:solidFill xmlns:a="http://schemas.openxmlformats.org/drawingml/2006/main">
            <a:srgbClr val="FBFBF8"/>
          </a:solidFill>
          <a:ln xmlns:a="http://schemas.openxmlformats.org/drawingml/2006/main" w="28575">
            <a:solidFill>
              <a:srgbClr val="CBD1CA"/>
            </a:solidFill>
            <a:prstDash val="solid"/>
          </a:ln>
        </p:spPr>
      </p:sp>
      <p:sp>
        <p:nvSpPr>
          <p:cNvPr id="9" name="slide-6-arm-number-0">
            <a:extLst xmlns:a="http://schemas.openxmlformats.org/drawingml/2006/main">
              <a:ext uri="{FF2B5EF4-FFF2-40B4-BE49-F238E27FC236}">
                <a16:creationId xmlns:a16="http://schemas.microsoft.com/office/drawing/2014/main" id="{70A10A24-0FA4-4391-954C-84B07139177D}"/>
              </a:ext>
            </a:extLst>
          </p:cNvPr>
          <p:cNvSpPr>
            <a:spLocks xmlns:a="http://schemas.openxmlformats.org/drawingml/2006/main" noGrp="1"/>
          </p:cNvSpPr>
          <p:nvPr/>
        </p:nvSpPr>
        <p:spPr>
          <a:xfrm xmlns:a="http://schemas.openxmlformats.org/drawingml/2006/main">
            <a:off x="1085850" y="33147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64706A"/>
                </a:solidFill>
                <a:latin typeface="Helvetica Neue"/>
                <a:ea typeface="Helvetica Neue"/>
                <a:cs typeface="Helvetica Neue"/>
              </a:defRPr>
            </a:pPr>
            <a:r>
              <a:rPr sz="1725" b="1">
                <a:solidFill>
                  <a:srgbClr val="64706A"/>
                </a:solidFill>
                <a:latin typeface="Helvetica Neue"/>
                <a:ea typeface="Helvetica Neue"/>
                <a:cs typeface="Helvetica Neue"/>
              </a:rPr>
              <a:t>1</a:t>
            </a:r>
          </a:p>
        </p:txBody>
      </p:sp>
      <p:sp>
        <p:nvSpPr>
          <p:cNvPr id="10" name="slide-6-arm-label-0">
            <a:extLst xmlns:a="http://schemas.openxmlformats.org/drawingml/2006/main">
              <a:ext uri="{FF2B5EF4-FFF2-40B4-BE49-F238E27FC236}">
                <a16:creationId xmlns:a16="http://schemas.microsoft.com/office/drawing/2014/main" id="{6D45D96E-8FFF-4C31-BF7F-C6DD1B50CB67}"/>
              </a:ext>
            </a:extLst>
          </p:cNvPr>
          <p:cNvSpPr>
            <a:spLocks xmlns:a="http://schemas.openxmlformats.org/drawingml/2006/main" noGrp="1"/>
          </p:cNvSpPr>
          <p:nvPr/>
        </p:nvSpPr>
        <p:spPr>
          <a:xfrm xmlns:a="http://schemas.openxmlformats.org/drawingml/2006/main">
            <a:off x="523875" y="4000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F2925"/>
                </a:solidFill>
                <a:latin typeface="Helvetica Neue"/>
                <a:ea typeface="Helvetica Neue"/>
                <a:cs typeface="Helvetica Neue"/>
              </a:defRPr>
            </a:pPr>
            <a:r>
              <a:rPr sz="1725" b="1">
                <a:solidFill>
                  <a:srgbClr val="1F2925"/>
                </a:solidFill>
                <a:latin typeface="Helvetica Neue"/>
                <a:ea typeface="Helvetica Neue"/>
                <a:cs typeface="Helvetica Neue"/>
              </a:rPr>
              <a:t>Raw model</a:t>
            </a:r>
          </a:p>
        </p:txBody>
      </p:sp>
      <p:sp>
        <p:nvSpPr>
          <p:cNvPr id="11" name="slide-6-arm-detail-0">
            <a:extLst xmlns:a="http://schemas.openxmlformats.org/drawingml/2006/main">
              <a:ext uri="{FF2B5EF4-FFF2-40B4-BE49-F238E27FC236}">
                <a16:creationId xmlns:a16="http://schemas.microsoft.com/office/drawing/2014/main" id="{5483B723-1CA1-458D-9EC1-7BD1FC7BA615}"/>
              </a:ext>
            </a:extLst>
          </p:cNvPr>
          <p:cNvSpPr>
            <a:spLocks xmlns:a="http://schemas.openxmlformats.org/drawingml/2006/main" noGrp="1"/>
          </p:cNvSpPr>
          <p:nvPr/>
        </p:nvSpPr>
        <p:spPr>
          <a:xfrm xmlns:a="http://schemas.openxmlformats.org/drawingml/2006/main">
            <a:off x="523875" y="441007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Question only</a:t>
            </a:r>
          </a:p>
        </p:txBody>
      </p:sp>
      <p:sp>
        <p:nvSpPr>
          <p:cNvPr id="12" name="slide-6-arm-circle-1">
            <a:extLst xmlns:a="http://schemas.openxmlformats.org/drawingml/2006/main">
              <a:ext uri="{FF2B5EF4-FFF2-40B4-BE49-F238E27FC236}">
                <a16:creationId xmlns:a16="http://schemas.microsoft.com/office/drawing/2014/main" id="{77114C28-5594-46A1-B30E-0D98C42CE00D}"/>
              </a:ext>
            </a:extLst>
          </p:cNvPr>
          <p:cNvSpPr>
            <a:spLocks xmlns:a="http://schemas.openxmlformats.org/drawingml/2006/main" noGrp="1"/>
          </p:cNvSpPr>
          <p:nvPr/>
        </p:nvSpPr>
        <p:spPr>
          <a:xfrm xmlns:a="http://schemas.openxmlformats.org/drawingml/2006/main">
            <a:off x="3733800" y="3105150"/>
            <a:ext cx="723900" cy="723900"/>
          </a:xfrm>
          <a:prstGeom xmlns:a="http://schemas.openxmlformats.org/drawingml/2006/main" prst="ellipse">
            <a:avLst/>
          </a:prstGeom>
          <a:solidFill xmlns:a="http://schemas.openxmlformats.org/drawingml/2006/main">
            <a:srgbClr val="FBFBF8"/>
          </a:solidFill>
          <a:ln xmlns:a="http://schemas.openxmlformats.org/drawingml/2006/main" w="28575">
            <a:solidFill>
              <a:srgbClr val="CBD1CA"/>
            </a:solidFill>
            <a:prstDash val="solid"/>
          </a:ln>
        </p:spPr>
      </p:sp>
      <p:sp>
        <p:nvSpPr>
          <p:cNvPr id="13" name="slide-6-arm-number-1">
            <a:extLst xmlns:a="http://schemas.openxmlformats.org/drawingml/2006/main">
              <a:ext uri="{FF2B5EF4-FFF2-40B4-BE49-F238E27FC236}">
                <a16:creationId xmlns:a16="http://schemas.microsoft.com/office/drawing/2014/main" id="{81384FA0-D0BA-4BF2-B52E-183CD09BBAE5}"/>
              </a:ext>
            </a:extLst>
          </p:cNvPr>
          <p:cNvSpPr>
            <a:spLocks xmlns:a="http://schemas.openxmlformats.org/drawingml/2006/main" noGrp="1"/>
          </p:cNvSpPr>
          <p:nvPr/>
        </p:nvSpPr>
        <p:spPr>
          <a:xfrm xmlns:a="http://schemas.openxmlformats.org/drawingml/2006/main">
            <a:off x="3943350" y="33147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64706A"/>
                </a:solidFill>
                <a:latin typeface="Helvetica Neue"/>
                <a:ea typeface="Helvetica Neue"/>
                <a:cs typeface="Helvetica Neue"/>
              </a:defRPr>
            </a:pPr>
            <a:r>
              <a:rPr sz="1725" b="1">
                <a:solidFill>
                  <a:srgbClr val="64706A"/>
                </a:solidFill>
                <a:latin typeface="Helvetica Neue"/>
                <a:ea typeface="Helvetica Neue"/>
                <a:cs typeface="Helvetica Neue"/>
              </a:rPr>
              <a:t>2</a:t>
            </a:r>
          </a:p>
        </p:txBody>
      </p:sp>
      <p:sp>
        <p:nvSpPr>
          <p:cNvPr id="14" name="slide-6-arm-label-1">
            <a:extLst xmlns:a="http://schemas.openxmlformats.org/drawingml/2006/main">
              <a:ext uri="{FF2B5EF4-FFF2-40B4-BE49-F238E27FC236}">
                <a16:creationId xmlns:a16="http://schemas.microsoft.com/office/drawing/2014/main" id="{64CE2AD5-B57A-4708-96CC-31F538322189}"/>
              </a:ext>
            </a:extLst>
          </p:cNvPr>
          <p:cNvSpPr>
            <a:spLocks xmlns:a="http://schemas.openxmlformats.org/drawingml/2006/main" noGrp="1"/>
          </p:cNvSpPr>
          <p:nvPr/>
        </p:nvSpPr>
        <p:spPr>
          <a:xfrm xmlns:a="http://schemas.openxmlformats.org/drawingml/2006/main">
            <a:off x="3381375" y="4000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F2925"/>
                </a:solidFill>
                <a:latin typeface="Helvetica Neue"/>
                <a:ea typeface="Helvetica Neue"/>
                <a:cs typeface="Helvetica Neue"/>
              </a:defRPr>
            </a:pPr>
            <a:r>
              <a:rPr sz="1725" b="1">
                <a:solidFill>
                  <a:srgbClr val="1F2925"/>
                </a:solidFill>
                <a:latin typeface="Helvetica Neue"/>
                <a:ea typeface="Helvetica Neue"/>
                <a:cs typeface="Helvetica Neue"/>
              </a:rPr>
              <a:t>+ Instructions</a:t>
            </a:r>
          </a:p>
        </p:txBody>
      </p:sp>
      <p:sp>
        <p:nvSpPr>
          <p:cNvPr id="15" name="slide-6-arm-detail-1">
            <a:extLst xmlns:a="http://schemas.openxmlformats.org/drawingml/2006/main">
              <a:ext uri="{FF2B5EF4-FFF2-40B4-BE49-F238E27FC236}">
                <a16:creationId xmlns:a16="http://schemas.microsoft.com/office/drawing/2014/main" id="{EE98AA81-D732-40FA-9B25-52AEAEFCE0A3}"/>
              </a:ext>
            </a:extLst>
          </p:cNvPr>
          <p:cNvSpPr>
            <a:spLocks xmlns:a="http://schemas.openxmlformats.org/drawingml/2006/main" noGrp="1"/>
          </p:cNvSpPr>
          <p:nvPr/>
        </p:nvSpPr>
        <p:spPr>
          <a:xfrm xmlns:a="http://schemas.openxmlformats.org/drawingml/2006/main">
            <a:off x="3381375" y="441007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Kernel + answer contract</a:t>
            </a:r>
          </a:p>
        </p:txBody>
      </p:sp>
      <p:sp>
        <p:nvSpPr>
          <p:cNvPr id="16" name="slide-6-arm-circle-2">
            <a:extLst xmlns:a="http://schemas.openxmlformats.org/drawingml/2006/main">
              <a:ext uri="{FF2B5EF4-FFF2-40B4-BE49-F238E27FC236}">
                <a16:creationId xmlns:a16="http://schemas.microsoft.com/office/drawing/2014/main" id="{FDD16AD7-E08E-4298-99FB-B94E1FDEE06E}"/>
              </a:ext>
            </a:extLst>
          </p:cNvPr>
          <p:cNvSpPr>
            <a:spLocks xmlns:a="http://schemas.openxmlformats.org/drawingml/2006/main" noGrp="1"/>
          </p:cNvSpPr>
          <p:nvPr/>
        </p:nvSpPr>
        <p:spPr>
          <a:xfrm xmlns:a="http://schemas.openxmlformats.org/drawingml/2006/main">
            <a:off x="6591300" y="3105150"/>
            <a:ext cx="723900" cy="723900"/>
          </a:xfrm>
          <a:prstGeom xmlns:a="http://schemas.openxmlformats.org/drawingml/2006/main" prst="ellipse">
            <a:avLst/>
          </a:prstGeom>
          <a:solidFill xmlns:a="http://schemas.openxmlformats.org/drawingml/2006/main">
            <a:srgbClr val="FBFBF8"/>
          </a:solidFill>
          <a:ln xmlns:a="http://schemas.openxmlformats.org/drawingml/2006/main" w="28575">
            <a:solidFill>
              <a:srgbClr val="CBD1CA"/>
            </a:solidFill>
            <a:prstDash val="solid"/>
          </a:ln>
        </p:spPr>
      </p:sp>
      <p:sp>
        <p:nvSpPr>
          <p:cNvPr id="17" name="slide-6-arm-number-2">
            <a:extLst xmlns:a="http://schemas.openxmlformats.org/drawingml/2006/main">
              <a:ext uri="{FF2B5EF4-FFF2-40B4-BE49-F238E27FC236}">
                <a16:creationId xmlns:a16="http://schemas.microsoft.com/office/drawing/2014/main" id="{D8AF00E5-1998-45ED-9537-9AAFB2398327}"/>
              </a:ext>
            </a:extLst>
          </p:cNvPr>
          <p:cNvSpPr>
            <a:spLocks xmlns:a="http://schemas.openxmlformats.org/drawingml/2006/main" noGrp="1"/>
          </p:cNvSpPr>
          <p:nvPr/>
        </p:nvSpPr>
        <p:spPr>
          <a:xfrm xmlns:a="http://schemas.openxmlformats.org/drawingml/2006/main">
            <a:off x="6800850" y="33147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64706A"/>
                </a:solidFill>
                <a:latin typeface="Helvetica Neue"/>
                <a:ea typeface="Helvetica Neue"/>
                <a:cs typeface="Helvetica Neue"/>
              </a:defRPr>
            </a:pPr>
            <a:r>
              <a:rPr sz="1725" b="1">
                <a:solidFill>
                  <a:srgbClr val="64706A"/>
                </a:solidFill>
                <a:latin typeface="Helvetica Neue"/>
                <a:ea typeface="Helvetica Neue"/>
                <a:cs typeface="Helvetica Neue"/>
              </a:rPr>
              <a:t>3</a:t>
            </a:r>
          </a:p>
        </p:txBody>
      </p:sp>
      <p:sp>
        <p:nvSpPr>
          <p:cNvPr id="18" name="slide-6-arm-label-2">
            <a:extLst xmlns:a="http://schemas.openxmlformats.org/drawingml/2006/main">
              <a:ext uri="{FF2B5EF4-FFF2-40B4-BE49-F238E27FC236}">
                <a16:creationId xmlns:a16="http://schemas.microsoft.com/office/drawing/2014/main" id="{6EF12391-C26F-470A-A4C7-A3C1951E2CC2}"/>
              </a:ext>
            </a:extLst>
          </p:cNvPr>
          <p:cNvSpPr>
            <a:spLocks xmlns:a="http://schemas.openxmlformats.org/drawingml/2006/main" noGrp="1"/>
          </p:cNvSpPr>
          <p:nvPr/>
        </p:nvSpPr>
        <p:spPr>
          <a:xfrm xmlns:a="http://schemas.openxmlformats.org/drawingml/2006/main">
            <a:off x="6238875" y="4000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F2925"/>
                </a:solidFill>
                <a:latin typeface="Helvetica Neue"/>
                <a:ea typeface="Helvetica Neue"/>
                <a:cs typeface="Helvetica Neue"/>
              </a:defRPr>
            </a:pPr>
            <a:r>
              <a:rPr sz="1725" b="1">
                <a:solidFill>
                  <a:srgbClr val="1F2925"/>
                </a:solidFill>
                <a:latin typeface="Helvetica Neue"/>
                <a:ea typeface="Helvetica Neue"/>
                <a:cs typeface="Helvetica Neue"/>
              </a:rPr>
              <a:t>+ Field context</a:t>
            </a:r>
          </a:p>
        </p:txBody>
      </p:sp>
      <p:sp>
        <p:nvSpPr>
          <p:cNvPr id="19" name="slide-6-arm-detail-2">
            <a:extLst xmlns:a="http://schemas.openxmlformats.org/drawingml/2006/main">
              <a:ext uri="{FF2B5EF4-FFF2-40B4-BE49-F238E27FC236}">
                <a16:creationId xmlns:a16="http://schemas.microsoft.com/office/drawing/2014/main" id="{CD23129B-0AFC-49A0-A06D-2EB03D11EC52}"/>
              </a:ext>
            </a:extLst>
          </p:cNvPr>
          <p:cNvSpPr>
            <a:spLocks xmlns:a="http://schemas.openxmlformats.org/drawingml/2006/main" noGrp="1"/>
          </p:cNvSpPr>
          <p:nvPr/>
        </p:nvSpPr>
        <p:spPr>
          <a:xfrm xmlns:a="http://schemas.openxmlformats.org/drawingml/2006/main">
            <a:off x="6238875" y="441007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Crop, region, jurisdiction</a:t>
            </a:r>
          </a:p>
          <a:p xmlns:a="http://schemas.openxmlformats.org/drawingml/2006/main">
            <a:pPr algn="ctr">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 management history</a:t>
            </a:r>
          </a:p>
        </p:txBody>
      </p:sp>
      <p:sp>
        <p:nvSpPr>
          <p:cNvPr id="20" name="slide-6-arm-circle-3">
            <a:extLst xmlns:a="http://schemas.openxmlformats.org/drawingml/2006/main">
              <a:ext uri="{FF2B5EF4-FFF2-40B4-BE49-F238E27FC236}">
                <a16:creationId xmlns:a16="http://schemas.microsoft.com/office/drawing/2014/main" id="{E1064F85-87E3-4BA7-AC5D-C4FB290D3FCE}"/>
              </a:ext>
            </a:extLst>
          </p:cNvPr>
          <p:cNvSpPr>
            <a:spLocks xmlns:a="http://schemas.openxmlformats.org/drawingml/2006/main" noGrp="1"/>
          </p:cNvSpPr>
          <p:nvPr/>
        </p:nvSpPr>
        <p:spPr>
          <a:xfrm xmlns:a="http://schemas.openxmlformats.org/drawingml/2006/main">
            <a:off x="9448800" y="3105150"/>
            <a:ext cx="723900" cy="723900"/>
          </a:xfrm>
          <a:prstGeom xmlns:a="http://schemas.openxmlformats.org/drawingml/2006/main" prst="ellipse">
            <a:avLst/>
          </a:prstGeom>
          <a:solidFill xmlns:a="http://schemas.openxmlformats.org/drawingml/2006/main">
            <a:srgbClr val="2F6F8F"/>
          </a:solidFill>
          <a:ln xmlns:a="http://schemas.openxmlformats.org/drawingml/2006/main" w="28575">
            <a:solidFill>
              <a:srgbClr val="2F6F8F"/>
            </a:solidFill>
            <a:prstDash val="solid"/>
          </a:ln>
        </p:spPr>
      </p:sp>
      <p:sp>
        <p:nvSpPr>
          <p:cNvPr id="21" name="slide-6-arm-number-3">
            <a:extLst xmlns:a="http://schemas.openxmlformats.org/drawingml/2006/main">
              <a:ext uri="{FF2B5EF4-FFF2-40B4-BE49-F238E27FC236}">
                <a16:creationId xmlns:a16="http://schemas.microsoft.com/office/drawing/2014/main" id="{3DC26792-4654-440A-8A8D-B88BA96F5686}"/>
              </a:ext>
            </a:extLst>
          </p:cNvPr>
          <p:cNvSpPr>
            <a:spLocks xmlns:a="http://schemas.openxmlformats.org/drawingml/2006/main" noGrp="1"/>
          </p:cNvSpPr>
          <p:nvPr/>
        </p:nvSpPr>
        <p:spPr>
          <a:xfrm xmlns:a="http://schemas.openxmlformats.org/drawingml/2006/main">
            <a:off x="9658350" y="33147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4</a:t>
            </a:r>
          </a:p>
        </p:txBody>
      </p:sp>
      <p:sp>
        <p:nvSpPr>
          <p:cNvPr id="22" name="slide-6-arm-label-3">
            <a:extLst xmlns:a="http://schemas.openxmlformats.org/drawingml/2006/main">
              <a:ext uri="{FF2B5EF4-FFF2-40B4-BE49-F238E27FC236}">
                <a16:creationId xmlns:a16="http://schemas.microsoft.com/office/drawing/2014/main" id="{1E9EEA5C-EF55-4ADB-9C7D-D67DB52D52E6}"/>
              </a:ext>
            </a:extLst>
          </p:cNvPr>
          <p:cNvSpPr>
            <a:spLocks xmlns:a="http://schemas.openxmlformats.org/drawingml/2006/main" noGrp="1"/>
          </p:cNvSpPr>
          <p:nvPr/>
        </p:nvSpPr>
        <p:spPr>
          <a:xfrm xmlns:a="http://schemas.openxmlformats.org/drawingml/2006/main">
            <a:off x="9096375" y="4000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F2925"/>
                </a:solidFill>
                <a:latin typeface="Helvetica Neue"/>
                <a:ea typeface="Helvetica Neue"/>
                <a:cs typeface="Helvetica Neue"/>
              </a:defRPr>
            </a:pPr>
            <a:r>
              <a:rPr sz="1725" b="1">
                <a:solidFill>
                  <a:srgbClr val="1F2925"/>
                </a:solidFill>
                <a:latin typeface="Helvetica Neue"/>
                <a:ea typeface="Helvetica Neue"/>
                <a:cs typeface="Helvetica Neue"/>
              </a:rPr>
              <a:t>+ Governed evidence</a:t>
            </a:r>
          </a:p>
        </p:txBody>
      </p:sp>
      <p:sp>
        <p:nvSpPr>
          <p:cNvPr id="23" name="slide-6-arm-detail-3">
            <a:extLst xmlns:a="http://schemas.openxmlformats.org/drawingml/2006/main">
              <a:ext uri="{FF2B5EF4-FFF2-40B4-BE49-F238E27FC236}">
                <a16:creationId xmlns:a16="http://schemas.microsoft.com/office/drawing/2014/main" id="{DD4B58AF-7D15-4D00-B018-54DFDB2A4EC0}"/>
              </a:ext>
            </a:extLst>
          </p:cNvPr>
          <p:cNvSpPr>
            <a:spLocks xmlns:a="http://schemas.openxmlformats.org/drawingml/2006/main" noGrp="1"/>
          </p:cNvSpPr>
          <p:nvPr/>
        </p:nvSpPr>
        <p:spPr>
          <a:xfrm xmlns:a="http://schemas.openxmlformats.org/drawingml/2006/main">
            <a:off x="9096375" y="441007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Retrieval, validation</a:t>
            </a:r>
          </a:p>
          <a:p xmlns:a="http://schemas.openxmlformats.org/drawingml/2006/main">
            <a:pPr algn="ctr">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 output processing</a:t>
            </a:r>
          </a:p>
        </p:txBody>
      </p:sp>
      <p:sp>
        <p:nvSpPr>
          <p:cNvPr id="24" name="slide-6-suite-band">
            <a:extLst xmlns:a="http://schemas.openxmlformats.org/drawingml/2006/main">
              <a:ext uri="{FF2B5EF4-FFF2-40B4-BE49-F238E27FC236}">
                <a16:creationId xmlns:a16="http://schemas.microsoft.com/office/drawing/2014/main" id="{7FC3ED7A-3E93-44BF-838E-0FCCC73E4A61}"/>
              </a:ext>
            </a:extLst>
          </p:cNvPr>
          <p:cNvSpPr>
            <a:spLocks xmlns:a="http://schemas.openxmlformats.org/drawingml/2006/main" noGrp="1"/>
          </p:cNvSpPr>
          <p:nvPr/>
        </p:nvSpPr>
        <p:spPr>
          <a:xfrm xmlns:a="http://schemas.openxmlformats.org/drawingml/2006/main">
            <a:off x="523875" y="5286375"/>
            <a:ext cx="11144250" cy="781050"/>
          </a:xfrm>
          <a:prstGeom xmlns:a="http://schemas.openxmlformats.org/drawingml/2006/main" prst="rect">
            <a:avLst/>
          </a:prstGeom>
          <a:solidFill xmlns:a="http://schemas.openxmlformats.org/drawingml/2006/main">
            <a:srgbClr val="EEF1EC"/>
          </a:solidFill>
          <a:ln xmlns:a="http://schemas.openxmlformats.org/drawingml/2006/main" w="0">
            <a:solidFill>
              <a:srgbClr val="EEF1EC"/>
            </a:solidFill>
            <a:prstDash val="solid"/>
          </a:ln>
        </p:spPr>
      </p:sp>
      <p:sp>
        <p:nvSpPr>
          <p:cNvPr id="25" name="slide-6-suite">
            <a:extLst xmlns:a="http://schemas.openxmlformats.org/drawingml/2006/main">
              <a:ext uri="{FF2B5EF4-FFF2-40B4-BE49-F238E27FC236}">
                <a16:creationId xmlns:a16="http://schemas.microsoft.com/office/drawing/2014/main" id="{505DBFC6-0F0B-40E7-B0EB-420B7AB02022}"/>
              </a:ext>
            </a:extLst>
          </p:cNvPr>
          <p:cNvSpPr>
            <a:spLocks xmlns:a="http://schemas.openxmlformats.org/drawingml/2006/main" noGrp="1"/>
          </p:cNvSpPr>
          <p:nvPr/>
        </p:nvSpPr>
        <p:spPr>
          <a:xfrm xmlns:a="http://schemas.openxmlformats.org/drawingml/2006/main">
            <a:off x="762000" y="54387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F2925"/>
                </a:solidFill>
                <a:latin typeface="Helvetica Neue"/>
                <a:ea typeface="Helvetica Neue"/>
                <a:cs typeface="Helvetica Neue"/>
              </a:defRPr>
            </a:pPr>
            <a:r>
              <a:rPr sz="1425" b="1">
                <a:solidFill>
                  <a:srgbClr val="1F2925"/>
                </a:solidFill>
                <a:latin typeface="Helvetica Neue"/>
                <a:ea typeface="Helvetica Neue"/>
                <a:cs typeface="Helvetica Neue"/>
              </a:rPr>
              <a:t>Question set: 90 Canadian field decisions  •  31 advisory-transfer cases  •  120 interface and regression checks</a:t>
            </a:r>
          </a:p>
        </p:txBody>
      </p:sp>
      <p:sp>
        <p:nvSpPr>
          <p:cNvPr id="26" name="slide-6-boundary">
            <a:extLst xmlns:a="http://schemas.openxmlformats.org/drawingml/2006/main">
              <a:ext uri="{FF2B5EF4-FFF2-40B4-BE49-F238E27FC236}">
                <a16:creationId xmlns:a16="http://schemas.microsoft.com/office/drawing/2014/main" id="{B06374E1-6829-4D1A-8474-97EC99330437}"/>
              </a:ext>
            </a:extLst>
          </p:cNvPr>
          <p:cNvSpPr>
            <a:spLocks xmlns:a="http://schemas.openxmlformats.org/drawingml/2006/main" noGrp="1"/>
          </p:cNvSpPr>
          <p:nvPr/>
        </p:nvSpPr>
        <p:spPr>
          <a:xfrm xmlns:a="http://schemas.openxmlformats.org/drawingml/2006/main">
            <a:off x="762000" y="577215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64706A"/>
                </a:solidFill>
                <a:latin typeface="Helvetica Neue"/>
                <a:ea typeface="Helvetica Neue"/>
                <a:cs typeface="Helvetica Neue"/>
              </a:defRPr>
            </a:pPr>
            <a:r>
              <a:rPr sz="1275" b="0">
                <a:solidFill>
                  <a:srgbClr val="64706A"/>
                </a:solidFill>
                <a:latin typeface="Helvetica Neue"/>
                <a:ea typeface="Helvetica Neue"/>
                <a:cs typeface="Helvetica Neue"/>
              </a:rPr>
              <a:t>Semantic scores are advisory; 16 calculation cases use deterministic numeric tolerances.</a:t>
            </a:r>
          </a:p>
        </p:txBody>
      </p:sp>
      <p:sp>
        <p:nvSpPr>
          <p:cNvPr id="27" name="slide-6-footer">
            <a:extLst xmlns:a="http://schemas.openxmlformats.org/drawingml/2006/main">
              <a:ext uri="{FF2B5EF4-FFF2-40B4-BE49-F238E27FC236}">
                <a16:creationId xmlns:a16="http://schemas.microsoft.com/office/drawing/2014/main" id="{2DF5FF2C-1728-4720-94CB-28A125001EB8}"/>
              </a:ext>
            </a:extLst>
          </p:cNvPr>
          <p:cNvSpPr>
            <a:spLocks xmlns:a="http://schemas.openxmlformats.org/drawingml/2006/main" noGrp="1"/>
          </p:cNvSpPr>
          <p:nvPr/>
        </p:nvSpPr>
        <p:spPr>
          <a:xfrm xmlns:a="http://schemas.openxmlformats.org/drawingml/2006/main">
            <a:off x="419100" y="6286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Open Agronomy Agent</a:t>
            </a:r>
          </a:p>
        </p:txBody>
      </p:sp>
      <p:sp>
        <p:nvSpPr>
          <p:cNvPr id="28" name="slide-6-number">
            <a:extLst xmlns:a="http://schemas.openxmlformats.org/drawingml/2006/main">
              <a:ext uri="{FF2B5EF4-FFF2-40B4-BE49-F238E27FC236}">
                <a16:creationId xmlns:a16="http://schemas.microsoft.com/office/drawing/2014/main" id="{AAF1B186-64E8-4516-9D06-B45977887506}"/>
              </a:ext>
            </a:extLst>
          </p:cNvPr>
          <p:cNvSpPr>
            <a:spLocks xmlns:a="http://schemas.openxmlformats.org/drawingml/2006/main" noGrp="1"/>
          </p:cNvSpPr>
          <p:nvPr/>
        </p:nvSpPr>
        <p:spPr>
          <a:xfrm xmlns:a="http://schemas.openxmlformats.org/drawingml/2006/main">
            <a:off x="11239500" y="62865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06</a:t>
            </a:r>
          </a:p>
        </p:txBody>
      </p:sp>
    </p:spTree>
    <p:extLst>
      <p:ext uri="{BB962C8B-B14F-4D97-AF65-F5344CB8AC3E}">
        <p14:creationId xmlns:p14="http://schemas.microsoft.com/office/powerpoint/2010/main" val="1406974296"/>
      </p:ext>
    </p:extLst>
  </p:cSld>
</p:sld>
</file>

<file path=ppt/slides/slide7.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a85b1a640aa4302"/>
          <a:stretch xmlns:a="http://schemas.openxmlformats.org/drawingml/2006/main"/>
        </p:blipFill>
        <p:spPr>
          <a:xfrm xmlns:a="http://schemas.openxmlformats.org/drawingml/2006/main">
            <a:off x="133350" y="77833"/>
            <a:ext cx="11925300" cy="6473734"/>
          </a:xfrm>
          <a:prstGeom xmlns:a="http://schemas.openxmlformats.org/drawingml/2006/main" prst="rect">
            <a:avLst/>
          </a:prstGeom>
        </p:spPr>
      </p:pic>
    </p:spTree>
    <p:extLst>
      <p:ext uri="{BB962C8B-B14F-4D97-AF65-F5344CB8AC3E}">
        <p14:creationId xmlns:p14="http://schemas.microsoft.com/office/powerpoint/2010/main" val="1611803408"/>
      </p:ext>
    </p:extLst>
  </p:cSld>
</p:sld>
</file>

<file path=ppt/slides/slide8.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a0609e8b46d4984"/>
          <a:stretch xmlns:a="http://schemas.openxmlformats.org/drawingml/2006/main"/>
        </p:blipFill>
        <p:spPr>
          <a:xfrm xmlns:a="http://schemas.openxmlformats.org/drawingml/2006/main">
            <a:off x="112796" y="47625"/>
            <a:ext cx="11966408" cy="6496050"/>
          </a:xfrm>
          <a:prstGeom xmlns:a="http://schemas.openxmlformats.org/drawingml/2006/main" prst="rect">
            <a:avLst/>
          </a:prstGeom>
        </p:spPr>
      </p:pic>
    </p:spTree>
    <p:extLst>
      <p:ext uri="{BB962C8B-B14F-4D97-AF65-F5344CB8AC3E}">
        <p14:creationId xmlns:p14="http://schemas.microsoft.com/office/powerpoint/2010/main" val="693851956"/>
      </p:ext>
    </p:extLst>
  </p:cSld>
</p:sld>
</file>

<file path=ppt/slides/slide9.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sp>
        <p:nvSpPr>
          <p:cNvPr id="32" name="slide-9-title">
            <a:extLst xmlns:a="http://schemas.openxmlformats.org/drawingml/2006/main">
              <a:ext uri="{FF2B5EF4-FFF2-40B4-BE49-F238E27FC236}">
                <a16:creationId xmlns:a16="http://schemas.microsoft.com/office/drawing/2014/main" id="{0E67B95A-D8B0-4ED0-89A1-80D22970FBA4}"/>
              </a:ext>
            </a:extLst>
          </p:cNvPr>
          <p:cNvSpPr>
            <a:spLocks xmlns:a="http://schemas.openxmlformats.org/drawingml/2006/main" noGrp="1"/>
          </p:cNvSpPr>
          <p:nvPr/>
        </p:nvSpPr>
        <p:spPr>
          <a:xfrm xmlns:a="http://schemas.openxmlformats.org/drawingml/2006/main">
            <a:off x="419100" y="3238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F2925"/>
                </a:solidFill>
                <a:latin typeface="Helvetica Neue"/>
                <a:ea typeface="Helvetica Neue"/>
                <a:cs typeface="Helvetica Neue"/>
              </a:defRPr>
            </a:pPr>
            <a:r>
              <a:rPr sz="3450" b="1">
                <a:solidFill>
                  <a:srgbClr val="1F2925"/>
                </a:solidFill>
                <a:latin typeface="Helvetica Neue"/>
                <a:ea typeface="Helvetica Neue"/>
                <a:cs typeface="Helvetica Neue"/>
              </a:rPr>
              <a:t>The benchmark tests six distinct capabilities</a:t>
            </a:r>
          </a:p>
        </p:txBody>
      </p:sp>
      <p:sp>
        <p:nvSpPr>
          <p:cNvPr id="2" name="slide-9-subtitle">
            <a:extLst xmlns:a="http://schemas.openxmlformats.org/drawingml/2006/main">
              <a:ext uri="{FF2B5EF4-FFF2-40B4-BE49-F238E27FC236}">
                <a16:creationId xmlns:a16="http://schemas.microsoft.com/office/drawing/2014/main" id="{59A4F3C9-DB4C-4E6F-A37A-3E663A72B0EB}"/>
              </a:ext>
            </a:extLst>
          </p:cNvPr>
          <p:cNvSpPr>
            <a:spLocks xmlns:a="http://schemas.openxmlformats.org/drawingml/2006/main" noGrp="1"/>
          </p:cNvSpPr>
          <p:nvPr/>
        </p:nvSpPr>
        <p:spPr>
          <a:xfrm xmlns:a="http://schemas.openxmlformats.org/drawingml/2006/main">
            <a:off x="419100" y="9906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4706A"/>
                </a:solidFill>
                <a:latin typeface="Helvetica Neue"/>
                <a:ea typeface="Helvetica Neue"/>
                <a:cs typeface="Helvetica Neue"/>
              </a:defRPr>
            </a:pPr>
            <a:r>
              <a:rPr sz="1650" b="0">
                <a:solidFill>
                  <a:srgbClr val="64706A"/>
                </a:solidFill>
                <a:latin typeface="Helvetica Neue"/>
                <a:ea typeface="Helvetica Neue"/>
                <a:cs typeface="Helvetica Neue"/>
              </a:rPr>
              <a:t>Only two lanes assess written agronomy advice; four test whether the surrounding system behaves correctly</a:t>
            </a:r>
          </a:p>
        </p:txBody>
      </p:sp>
      <p:sp>
        <p:nvSpPr>
          <p:cNvPr id="3" name="slide-9-number">
            <a:extLst xmlns:a="http://schemas.openxmlformats.org/drawingml/2006/main">
              <a:ext uri="{FF2B5EF4-FFF2-40B4-BE49-F238E27FC236}">
                <a16:creationId xmlns:a16="http://schemas.microsoft.com/office/drawing/2014/main" id="{BDD17428-83F9-4E42-B568-366BEB14B395}"/>
              </a:ext>
            </a:extLst>
          </p:cNvPr>
          <p:cNvSpPr>
            <a:spLocks xmlns:a="http://schemas.openxmlformats.org/drawingml/2006/main" noGrp="1"/>
          </p:cNvSpPr>
          <p:nvPr/>
        </p:nvSpPr>
        <p:spPr>
          <a:xfrm xmlns:a="http://schemas.openxmlformats.org/drawingml/2006/main">
            <a:off x="11239500" y="62865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09</a:t>
            </a:r>
          </a:p>
        </p:txBody>
      </p:sp>
      <p:sp>
        <p:nvSpPr>
          <p:cNvPr id="4" name="slide-9-semantic-heading">
            <a:extLst xmlns:a="http://schemas.openxmlformats.org/drawingml/2006/main">
              <a:ext uri="{FF2B5EF4-FFF2-40B4-BE49-F238E27FC236}">
                <a16:creationId xmlns:a16="http://schemas.microsoft.com/office/drawing/2014/main" id="{07681B38-B3C6-405C-A76B-6330BA426DED}"/>
              </a:ext>
            </a:extLst>
          </p:cNvPr>
          <p:cNvSpPr>
            <a:spLocks xmlns:a="http://schemas.openxmlformats.org/drawingml/2006/main" noGrp="1"/>
          </p:cNvSpPr>
          <p:nvPr/>
        </p:nvSpPr>
        <p:spPr>
          <a:xfrm xmlns:a="http://schemas.openxmlformats.org/drawingml/2006/main">
            <a:off x="523875" y="15240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2F6F8F"/>
                </a:solidFill>
                <a:latin typeface="Helvetica Neue"/>
                <a:ea typeface="Helvetica Neue"/>
                <a:cs typeface="Helvetica Neue"/>
              </a:defRPr>
            </a:pPr>
            <a:r>
              <a:rPr sz="2025" b="1">
                <a:solidFill>
                  <a:srgbClr val="2F6F8F"/>
                </a:solidFill>
                <a:latin typeface="Helvetica Neue"/>
                <a:ea typeface="Helvetica Neue"/>
                <a:cs typeface="Helvetica Neue"/>
              </a:rPr>
              <a:t>Agronomic answer quality</a:t>
            </a:r>
          </a:p>
        </p:txBody>
      </p:sp>
      <p:sp>
        <p:nvSpPr>
          <p:cNvPr id="5" name="slide-9-semantic-rule">
            <a:extLst xmlns:a="http://schemas.openxmlformats.org/drawingml/2006/main">
              <a:ext uri="{FF2B5EF4-FFF2-40B4-BE49-F238E27FC236}">
                <a16:creationId xmlns:a16="http://schemas.microsoft.com/office/drawing/2014/main" id="{D2F8C8E2-9953-4189-B9EE-FA3B00BAF277}"/>
              </a:ext>
            </a:extLst>
          </p:cNvPr>
          <p:cNvSpPr>
            <a:spLocks xmlns:a="http://schemas.openxmlformats.org/drawingml/2006/main" noGrp="1"/>
          </p:cNvSpPr>
          <p:nvPr/>
        </p:nvSpPr>
        <p:spPr>
          <a:xfrm xmlns:a="http://schemas.openxmlformats.org/drawingml/2006/main">
            <a:off x="523875" y="1952625"/>
            <a:ext cx="4953000" cy="38100"/>
          </a:xfrm>
          <a:prstGeom xmlns:a="http://schemas.openxmlformats.org/drawingml/2006/main" prst="rect">
            <a:avLst/>
          </a:prstGeom>
          <a:solidFill xmlns:a="http://schemas.openxmlformats.org/drawingml/2006/main">
            <a:srgbClr val="2F6F8F"/>
          </a:solidFill>
          <a:ln xmlns:a="http://schemas.openxmlformats.org/drawingml/2006/main" w="0">
            <a:solidFill>
              <a:srgbClr val="2F6F8F"/>
            </a:solidFill>
            <a:prstDash val="solid"/>
          </a:ln>
        </p:spPr>
      </p:sp>
      <p:sp>
        <p:nvSpPr>
          <p:cNvPr id="6" name="slide-9-semantic-count-0">
            <a:extLst xmlns:a="http://schemas.openxmlformats.org/drawingml/2006/main">
              <a:ext uri="{FF2B5EF4-FFF2-40B4-BE49-F238E27FC236}">
                <a16:creationId xmlns:a16="http://schemas.microsoft.com/office/drawing/2014/main" id="{8E9BBF90-E5AA-4FE3-AA0A-C1BEB52B1F4A}"/>
              </a:ext>
            </a:extLst>
          </p:cNvPr>
          <p:cNvSpPr>
            <a:spLocks xmlns:a="http://schemas.openxmlformats.org/drawingml/2006/main" noGrp="1"/>
          </p:cNvSpPr>
          <p:nvPr/>
        </p:nvSpPr>
        <p:spPr>
          <a:xfrm xmlns:a="http://schemas.openxmlformats.org/drawingml/2006/main">
            <a:off x="523875" y="2190750"/>
            <a:ext cx="85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2F6F8F"/>
                </a:solidFill>
                <a:latin typeface="Helvetica Neue"/>
                <a:ea typeface="Helvetica Neue"/>
                <a:cs typeface="Helvetica Neue"/>
              </a:defRPr>
            </a:pPr>
            <a:r>
              <a:rPr sz="3300" b="1">
                <a:solidFill>
                  <a:srgbClr val="2F6F8F"/>
                </a:solidFill>
                <a:latin typeface="Helvetica Neue"/>
                <a:ea typeface="Helvetica Neue"/>
                <a:cs typeface="Helvetica Neue"/>
              </a:rPr>
              <a:t>90</a:t>
            </a:r>
          </a:p>
        </p:txBody>
      </p:sp>
      <p:sp>
        <p:nvSpPr>
          <p:cNvPr id="7" name="slide-9-semantic-title-0">
            <a:extLst xmlns:a="http://schemas.openxmlformats.org/drawingml/2006/main">
              <a:ext uri="{FF2B5EF4-FFF2-40B4-BE49-F238E27FC236}">
                <a16:creationId xmlns:a16="http://schemas.microsoft.com/office/drawing/2014/main" id="{D2826A7D-E1F9-414C-AD7D-7FED2C6FB6C0}"/>
              </a:ext>
            </a:extLst>
          </p:cNvPr>
          <p:cNvSpPr>
            <a:spLocks xmlns:a="http://schemas.openxmlformats.org/drawingml/2006/main" noGrp="1"/>
          </p:cNvSpPr>
          <p:nvPr/>
        </p:nvSpPr>
        <p:spPr>
          <a:xfrm xmlns:a="http://schemas.openxmlformats.org/drawingml/2006/main">
            <a:off x="1381125" y="22288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F2925"/>
                </a:solidFill>
                <a:latin typeface="Helvetica Neue"/>
                <a:ea typeface="Helvetica Neue"/>
                <a:cs typeface="Helvetica Neue"/>
              </a:defRPr>
            </a:pPr>
            <a:r>
              <a:rPr sz="1875" b="1">
                <a:solidFill>
                  <a:srgbClr val="1F2925"/>
                </a:solidFill>
                <a:latin typeface="Helvetica Neue"/>
                <a:ea typeface="Helvetica Neue"/>
                <a:cs typeface="Helvetica Neue"/>
              </a:rPr>
              <a:t>Canadian field decisions</a:t>
            </a:r>
          </a:p>
        </p:txBody>
      </p:sp>
      <p:sp>
        <p:nvSpPr>
          <p:cNvPr id="8" name="slide-9-semantic-body-0">
            <a:extLst xmlns:a="http://schemas.openxmlformats.org/drawingml/2006/main">
              <a:ext uri="{FF2B5EF4-FFF2-40B4-BE49-F238E27FC236}">
                <a16:creationId xmlns:a16="http://schemas.microsoft.com/office/drawing/2014/main" id="{6CD5FE5D-84B0-41BB-89B6-8D80A84115ED}"/>
              </a:ext>
            </a:extLst>
          </p:cNvPr>
          <p:cNvSpPr>
            <a:spLocks xmlns:a="http://schemas.openxmlformats.org/drawingml/2006/main" noGrp="1"/>
          </p:cNvSpPr>
          <p:nvPr/>
        </p:nvSpPr>
        <p:spPr>
          <a:xfrm xmlns:a="http://schemas.openxmlformats.org/drawingml/2006/main">
            <a:off x="1381125" y="2647950"/>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Ten cases each across diseases, horticulture, nutrition, pests, seed and hybrids, soils, water, weather and weeds.</a:t>
            </a:r>
          </a:p>
        </p:txBody>
      </p:sp>
      <p:sp>
        <p:nvSpPr>
          <p:cNvPr id="9" name="slide-9-semantic-test-0">
            <a:extLst xmlns:a="http://schemas.openxmlformats.org/drawingml/2006/main">
              <a:ext uri="{FF2B5EF4-FFF2-40B4-BE49-F238E27FC236}">
                <a16:creationId xmlns:a16="http://schemas.microsoft.com/office/drawing/2014/main" id="{AAA368A0-3DB3-4E91-A846-62F254AA3A31}"/>
              </a:ext>
            </a:extLst>
          </p:cNvPr>
          <p:cNvSpPr>
            <a:spLocks xmlns:a="http://schemas.openxmlformats.org/drawingml/2006/main" noGrp="1"/>
          </p:cNvSpPr>
          <p:nvPr/>
        </p:nvSpPr>
        <p:spPr>
          <a:xfrm xmlns:a="http://schemas.openxmlformats.org/drawingml/2006/main">
            <a:off x="1381125" y="33528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F2925"/>
                </a:solidFill>
                <a:latin typeface="Helvetica Neue"/>
                <a:ea typeface="Helvetica Neue"/>
                <a:cs typeface="Helvetica Neue"/>
              </a:defRPr>
            </a:pPr>
            <a:r>
              <a:rPr sz="1350" b="1">
                <a:solidFill>
                  <a:srgbClr val="1F2925"/>
                </a:solidFill>
                <a:latin typeface="Helvetica Neue"/>
                <a:ea typeface="Helvetica Neue"/>
                <a:cs typeface="Helvetica Neue"/>
              </a:rPr>
              <a:t>Tests completeness, practical next steps, uncertainty and evidence boundaries.</a:t>
            </a:r>
          </a:p>
        </p:txBody>
      </p:sp>
      <p:sp>
        <p:nvSpPr>
          <p:cNvPr id="10" name="slide-9-semantic-count-1">
            <a:extLst xmlns:a="http://schemas.openxmlformats.org/drawingml/2006/main">
              <a:ext uri="{FF2B5EF4-FFF2-40B4-BE49-F238E27FC236}">
                <a16:creationId xmlns:a16="http://schemas.microsoft.com/office/drawing/2014/main" id="{E0EC326E-F599-4ED9-8699-DD4A9A15D68F}"/>
              </a:ext>
            </a:extLst>
          </p:cNvPr>
          <p:cNvSpPr>
            <a:spLocks xmlns:a="http://schemas.openxmlformats.org/drawingml/2006/main" noGrp="1"/>
          </p:cNvSpPr>
          <p:nvPr/>
        </p:nvSpPr>
        <p:spPr>
          <a:xfrm xmlns:a="http://schemas.openxmlformats.org/drawingml/2006/main">
            <a:off x="523875" y="4000500"/>
            <a:ext cx="85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2F6F8F"/>
                </a:solidFill>
                <a:latin typeface="Helvetica Neue"/>
                <a:ea typeface="Helvetica Neue"/>
                <a:cs typeface="Helvetica Neue"/>
              </a:defRPr>
            </a:pPr>
            <a:r>
              <a:rPr sz="3300" b="1">
                <a:solidFill>
                  <a:srgbClr val="2F6F8F"/>
                </a:solidFill>
                <a:latin typeface="Helvetica Neue"/>
                <a:ea typeface="Helvetica Neue"/>
                <a:cs typeface="Helvetica Neue"/>
              </a:rPr>
              <a:t>31</a:t>
            </a:r>
          </a:p>
        </p:txBody>
      </p:sp>
      <p:sp>
        <p:nvSpPr>
          <p:cNvPr id="11" name="slide-9-semantic-title-1">
            <a:extLst xmlns:a="http://schemas.openxmlformats.org/drawingml/2006/main">
              <a:ext uri="{FF2B5EF4-FFF2-40B4-BE49-F238E27FC236}">
                <a16:creationId xmlns:a16="http://schemas.microsoft.com/office/drawing/2014/main" id="{766E4C95-11B3-480A-AA66-E5D64B37BE84}"/>
              </a:ext>
            </a:extLst>
          </p:cNvPr>
          <p:cNvSpPr>
            <a:spLocks xmlns:a="http://schemas.openxmlformats.org/drawingml/2006/main" noGrp="1"/>
          </p:cNvSpPr>
          <p:nvPr/>
        </p:nvSpPr>
        <p:spPr>
          <a:xfrm xmlns:a="http://schemas.openxmlformats.org/drawingml/2006/main">
            <a:off x="1381125" y="40386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F2925"/>
                </a:solidFill>
                <a:latin typeface="Helvetica Neue"/>
                <a:ea typeface="Helvetica Neue"/>
                <a:cs typeface="Helvetica Neue"/>
              </a:defRPr>
            </a:pPr>
            <a:r>
              <a:rPr sz="1875" b="1">
                <a:solidFill>
                  <a:srgbClr val="1F2925"/>
                </a:solidFill>
                <a:latin typeface="Helvetica Neue"/>
                <a:ea typeface="Helvetica Neue"/>
                <a:cs typeface="Helvetica Neue"/>
              </a:rPr>
              <a:t>Advisory transfer</a:t>
            </a:r>
          </a:p>
        </p:txBody>
      </p:sp>
      <p:sp>
        <p:nvSpPr>
          <p:cNvPr id="12" name="slide-9-semantic-body-1">
            <a:extLst xmlns:a="http://schemas.openxmlformats.org/drawingml/2006/main">
              <a:ext uri="{FF2B5EF4-FFF2-40B4-BE49-F238E27FC236}">
                <a16:creationId xmlns:a16="http://schemas.microsoft.com/office/drawing/2014/main" id="{60074C62-D178-4D18-95D1-43BA10906C57}"/>
              </a:ext>
            </a:extLst>
          </p:cNvPr>
          <p:cNvSpPr>
            <a:spLocks xmlns:a="http://schemas.openxmlformats.org/drawingml/2006/main" noGrp="1"/>
          </p:cNvSpPr>
          <p:nvPr/>
        </p:nvSpPr>
        <p:spPr>
          <a:xfrm xmlns:a="http://schemas.openxmlformats.org/drawingml/2006/main">
            <a:off x="1381125" y="4457700"/>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06A"/>
                </a:solidFill>
                <a:latin typeface="Helvetica Neue"/>
                <a:ea typeface="Helvetica Neue"/>
                <a:cs typeface="Helvetica Neue"/>
              </a:defRPr>
            </a:pPr>
            <a:r>
              <a:rPr sz="1350" b="0">
                <a:solidFill>
                  <a:srgbClr val="64706A"/>
                </a:solidFill>
                <a:latin typeface="Helvetica Neue"/>
                <a:ea typeface="Helvetica Neue"/>
                <a:cs typeface="Helvetica Neue"/>
              </a:rPr>
              <a:t>Different provinces, crops and question formats—including mobile, map, lab/table and bilingual prompts.</a:t>
            </a:r>
          </a:p>
        </p:txBody>
      </p:sp>
      <p:sp>
        <p:nvSpPr>
          <p:cNvPr id="13" name="slide-9-semantic-test-1">
            <a:extLst xmlns:a="http://schemas.openxmlformats.org/drawingml/2006/main">
              <a:ext uri="{FF2B5EF4-FFF2-40B4-BE49-F238E27FC236}">
                <a16:creationId xmlns:a16="http://schemas.microsoft.com/office/drawing/2014/main" id="{77340471-6F53-4426-BB68-27C72268A4AF}"/>
              </a:ext>
            </a:extLst>
          </p:cNvPr>
          <p:cNvSpPr>
            <a:spLocks xmlns:a="http://schemas.openxmlformats.org/drawingml/2006/main" noGrp="1"/>
          </p:cNvSpPr>
          <p:nvPr/>
        </p:nvSpPr>
        <p:spPr>
          <a:xfrm xmlns:a="http://schemas.openxmlformats.org/drawingml/2006/main">
            <a:off x="1381125" y="516255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F2925"/>
                </a:solidFill>
                <a:latin typeface="Helvetica Neue"/>
                <a:ea typeface="Helvetica Neue"/>
                <a:cs typeface="Helvetica Neue"/>
              </a:defRPr>
            </a:pPr>
            <a:r>
              <a:rPr sz="1350" b="1">
                <a:solidFill>
                  <a:srgbClr val="1F2925"/>
                </a:solidFill>
                <a:latin typeface="Helvetica Neue"/>
                <a:ea typeface="Helvetica Neue"/>
                <a:cs typeface="Helvetica Neue"/>
              </a:rPr>
              <a:t>Tests whether the answer discipline transfers beyond the primary set.</a:t>
            </a:r>
          </a:p>
        </p:txBody>
      </p:sp>
      <p:sp>
        <p:nvSpPr>
          <p:cNvPr id="14" name="slide-9-divider">
            <a:extLst xmlns:a="http://schemas.openxmlformats.org/drawingml/2006/main">
              <a:ext uri="{FF2B5EF4-FFF2-40B4-BE49-F238E27FC236}">
                <a16:creationId xmlns:a16="http://schemas.microsoft.com/office/drawing/2014/main" id="{DE87F605-D42E-428A-8336-C3CA7422D688}"/>
              </a:ext>
            </a:extLst>
          </p:cNvPr>
          <p:cNvSpPr>
            <a:spLocks xmlns:a="http://schemas.openxmlformats.org/drawingml/2006/main" noGrp="1"/>
          </p:cNvSpPr>
          <p:nvPr/>
        </p:nvSpPr>
        <p:spPr>
          <a:xfrm xmlns:a="http://schemas.openxmlformats.org/drawingml/2006/main">
            <a:off x="5905500" y="1476375"/>
            <a:ext cx="19050" cy="4333875"/>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15" name="slide-9-system-heading">
            <a:extLst xmlns:a="http://schemas.openxmlformats.org/drawingml/2006/main">
              <a:ext uri="{FF2B5EF4-FFF2-40B4-BE49-F238E27FC236}">
                <a16:creationId xmlns:a16="http://schemas.microsoft.com/office/drawing/2014/main" id="{909EEA9F-C949-4A65-BDEB-A57E43E0F29A}"/>
              </a:ext>
            </a:extLst>
          </p:cNvPr>
          <p:cNvSpPr>
            <a:spLocks xmlns:a="http://schemas.openxmlformats.org/drawingml/2006/main" noGrp="1"/>
          </p:cNvSpPr>
          <p:nvPr/>
        </p:nvSpPr>
        <p:spPr>
          <a:xfrm xmlns:a="http://schemas.openxmlformats.org/drawingml/2006/main">
            <a:off x="6334125" y="15240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4B8F78"/>
                </a:solidFill>
                <a:latin typeface="Helvetica Neue"/>
                <a:ea typeface="Helvetica Neue"/>
                <a:cs typeface="Helvetica Neue"/>
              </a:defRPr>
            </a:pPr>
            <a:r>
              <a:rPr sz="2025" b="1">
                <a:solidFill>
                  <a:srgbClr val="4B8F78"/>
                </a:solidFill>
                <a:latin typeface="Helvetica Neue"/>
                <a:ea typeface="Helvetica Neue"/>
                <a:cs typeface="Helvetica Neue"/>
              </a:rPr>
              <a:t>System behaviour</a:t>
            </a:r>
          </a:p>
        </p:txBody>
      </p:sp>
      <p:sp>
        <p:nvSpPr>
          <p:cNvPr id="16" name="slide-9-system-rule">
            <a:extLst xmlns:a="http://schemas.openxmlformats.org/drawingml/2006/main">
              <a:ext uri="{FF2B5EF4-FFF2-40B4-BE49-F238E27FC236}">
                <a16:creationId xmlns:a16="http://schemas.microsoft.com/office/drawing/2014/main" id="{EB937248-D414-4752-B023-447CE1D02E64}"/>
              </a:ext>
            </a:extLst>
          </p:cNvPr>
          <p:cNvSpPr>
            <a:spLocks xmlns:a="http://schemas.openxmlformats.org/drawingml/2006/main" noGrp="1"/>
          </p:cNvSpPr>
          <p:nvPr/>
        </p:nvSpPr>
        <p:spPr>
          <a:xfrm xmlns:a="http://schemas.openxmlformats.org/drawingml/2006/main">
            <a:off x="6334125" y="1952625"/>
            <a:ext cx="4953000" cy="38100"/>
          </a:xfrm>
          <a:prstGeom xmlns:a="http://schemas.openxmlformats.org/drawingml/2006/main" prst="rect">
            <a:avLst/>
          </a:prstGeom>
          <a:solidFill xmlns:a="http://schemas.openxmlformats.org/drawingml/2006/main">
            <a:srgbClr val="4B8F78"/>
          </a:solidFill>
          <a:ln xmlns:a="http://schemas.openxmlformats.org/drawingml/2006/main" w="0">
            <a:solidFill>
              <a:srgbClr val="4B8F78"/>
            </a:solidFill>
            <a:prstDash val="solid"/>
          </a:ln>
        </p:spPr>
      </p:sp>
      <p:sp>
        <p:nvSpPr>
          <p:cNvPr id="17" name="slide-9-system-count-0">
            <a:extLst xmlns:a="http://schemas.openxmlformats.org/drawingml/2006/main">
              <a:ext uri="{FF2B5EF4-FFF2-40B4-BE49-F238E27FC236}">
                <a16:creationId xmlns:a16="http://schemas.microsoft.com/office/drawing/2014/main" id="{B7B8AEBB-1B3D-4CEE-81F8-00B2811BB8DB}"/>
              </a:ext>
            </a:extLst>
          </p:cNvPr>
          <p:cNvSpPr>
            <a:spLocks xmlns:a="http://schemas.openxmlformats.org/drawingml/2006/main" noGrp="1"/>
          </p:cNvSpPr>
          <p:nvPr/>
        </p:nvSpPr>
        <p:spPr>
          <a:xfrm xmlns:a="http://schemas.openxmlformats.org/drawingml/2006/main">
            <a:off x="6334125" y="219075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4B8F78"/>
                </a:solidFill>
                <a:latin typeface="Helvetica Neue"/>
                <a:ea typeface="Helvetica Neue"/>
                <a:cs typeface="Helvetica Neue"/>
              </a:defRPr>
            </a:pPr>
            <a:r>
              <a:rPr sz="2325" b="1">
                <a:solidFill>
                  <a:srgbClr val="4B8F78"/>
                </a:solidFill>
                <a:latin typeface="Helvetica Neue"/>
                <a:ea typeface="Helvetica Neue"/>
                <a:cs typeface="Helvetica Neue"/>
              </a:rPr>
              <a:t>32</a:t>
            </a:r>
          </a:p>
        </p:txBody>
      </p:sp>
      <p:sp>
        <p:nvSpPr>
          <p:cNvPr id="18" name="slide-9-system-title-0">
            <a:extLst xmlns:a="http://schemas.openxmlformats.org/drawingml/2006/main">
              <a:ext uri="{FF2B5EF4-FFF2-40B4-BE49-F238E27FC236}">
                <a16:creationId xmlns:a16="http://schemas.microsoft.com/office/drawing/2014/main" id="{4A047260-F1C2-4AEE-9E3A-561C4C5875E1}"/>
              </a:ext>
            </a:extLst>
          </p:cNvPr>
          <p:cNvSpPr>
            <a:spLocks xmlns:a="http://schemas.openxmlformats.org/drawingml/2006/main" noGrp="1"/>
          </p:cNvSpPr>
          <p:nvPr/>
        </p:nvSpPr>
        <p:spPr>
          <a:xfrm xmlns:a="http://schemas.openxmlformats.org/drawingml/2006/main">
            <a:off x="7067550" y="22002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F2925"/>
                </a:solidFill>
                <a:latin typeface="Helvetica Neue"/>
                <a:ea typeface="Helvetica Neue"/>
                <a:cs typeface="Helvetica Neue"/>
              </a:defRPr>
            </a:pPr>
            <a:r>
              <a:rPr sz="1650" b="1">
                <a:solidFill>
                  <a:srgbClr val="1F2925"/>
                </a:solidFill>
                <a:latin typeface="Helvetica Neue"/>
                <a:ea typeface="Helvetica Neue"/>
                <a:cs typeface="Helvetica Neue"/>
              </a:rPr>
              <a:t>Field history + lineage</a:t>
            </a:r>
          </a:p>
        </p:txBody>
      </p:sp>
      <p:sp>
        <p:nvSpPr>
          <p:cNvPr id="19" name="slide-9-system-body-0">
            <a:extLst xmlns:a="http://schemas.openxmlformats.org/drawingml/2006/main">
              <a:ext uri="{FF2B5EF4-FFF2-40B4-BE49-F238E27FC236}">
                <a16:creationId xmlns:a16="http://schemas.microsoft.com/office/drawing/2014/main" id="{E4FBB958-5BCF-4A74-831B-33F7187784FC}"/>
              </a:ext>
            </a:extLst>
          </p:cNvPr>
          <p:cNvSpPr>
            <a:spLocks xmlns:a="http://schemas.openxmlformats.org/drawingml/2006/main" noGrp="1"/>
          </p:cNvSpPr>
          <p:nvPr/>
        </p:nvSpPr>
        <p:spPr>
          <a:xfrm xmlns:a="http://schemas.openxmlformats.org/drawingml/2006/main">
            <a:off x="7067550" y="2514600"/>
            <a:ext cx="4238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4706A"/>
                </a:solidFill>
                <a:latin typeface="Helvetica Neue"/>
                <a:ea typeface="Helvetica Neue"/>
                <a:cs typeface="Helvetica Neue"/>
              </a:defRPr>
            </a:pPr>
            <a:r>
              <a:rPr sz="1275" b="0">
                <a:solidFill>
                  <a:srgbClr val="64706A"/>
                </a:solidFill>
                <a:latin typeface="Helvetica Neue"/>
                <a:ea typeface="Helvetica Neue"/>
                <a:cs typeface="Helvetica Neue"/>
              </a:rPr>
              <a:t>Keeps observations, samples, corrections and answer reviews attached to the correct field.</a:t>
            </a:r>
          </a:p>
        </p:txBody>
      </p:sp>
      <p:sp>
        <p:nvSpPr>
          <p:cNvPr id="20" name="slide-9-system-count-1">
            <a:extLst xmlns:a="http://schemas.openxmlformats.org/drawingml/2006/main">
              <a:ext uri="{FF2B5EF4-FFF2-40B4-BE49-F238E27FC236}">
                <a16:creationId xmlns:a16="http://schemas.microsoft.com/office/drawing/2014/main" id="{799B78F5-CC44-491A-B2A4-220AB1F9E618}"/>
              </a:ext>
            </a:extLst>
          </p:cNvPr>
          <p:cNvSpPr>
            <a:spLocks xmlns:a="http://schemas.openxmlformats.org/drawingml/2006/main" noGrp="1"/>
          </p:cNvSpPr>
          <p:nvPr/>
        </p:nvSpPr>
        <p:spPr>
          <a:xfrm xmlns:a="http://schemas.openxmlformats.org/drawingml/2006/main">
            <a:off x="6334125" y="3076575"/>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4B8F78"/>
                </a:solidFill>
                <a:latin typeface="Helvetica Neue"/>
                <a:ea typeface="Helvetica Neue"/>
                <a:cs typeface="Helvetica Neue"/>
              </a:defRPr>
            </a:pPr>
            <a:r>
              <a:rPr sz="2325" b="1">
                <a:solidFill>
                  <a:srgbClr val="4B8F78"/>
                </a:solidFill>
                <a:latin typeface="Helvetica Neue"/>
                <a:ea typeface="Helvetica Neue"/>
                <a:cs typeface="Helvetica Neue"/>
              </a:rPr>
              <a:t>39</a:t>
            </a:r>
          </a:p>
        </p:txBody>
      </p:sp>
      <p:sp>
        <p:nvSpPr>
          <p:cNvPr id="21" name="slide-9-system-title-1">
            <a:extLst xmlns:a="http://schemas.openxmlformats.org/drawingml/2006/main">
              <a:ext uri="{FF2B5EF4-FFF2-40B4-BE49-F238E27FC236}">
                <a16:creationId xmlns:a16="http://schemas.microsoft.com/office/drawing/2014/main" id="{80C2CF19-3577-4901-B0C3-F9C8362D390C}"/>
              </a:ext>
            </a:extLst>
          </p:cNvPr>
          <p:cNvSpPr>
            <a:spLocks xmlns:a="http://schemas.openxmlformats.org/drawingml/2006/main" noGrp="1"/>
          </p:cNvSpPr>
          <p:nvPr/>
        </p:nvSpPr>
        <p:spPr>
          <a:xfrm xmlns:a="http://schemas.openxmlformats.org/drawingml/2006/main">
            <a:off x="7067550" y="30861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F2925"/>
                </a:solidFill>
                <a:latin typeface="Helvetica Neue"/>
                <a:ea typeface="Helvetica Neue"/>
                <a:cs typeface="Helvetica Neue"/>
              </a:defRPr>
            </a:pPr>
            <a:r>
              <a:rPr sz="1650" b="1">
                <a:solidFill>
                  <a:srgbClr val="1F2925"/>
                </a:solidFill>
                <a:latin typeface="Helvetica Neue"/>
                <a:ea typeface="Helvetica Neue"/>
                <a:cs typeface="Helvetica Neue"/>
              </a:rPr>
              <a:t>Source + answer boundaries</a:t>
            </a:r>
          </a:p>
        </p:txBody>
      </p:sp>
      <p:sp>
        <p:nvSpPr>
          <p:cNvPr id="22" name="slide-9-system-body-1">
            <a:extLst xmlns:a="http://schemas.openxmlformats.org/drawingml/2006/main">
              <a:ext uri="{FF2B5EF4-FFF2-40B4-BE49-F238E27FC236}">
                <a16:creationId xmlns:a16="http://schemas.microsoft.com/office/drawing/2014/main" id="{CCBD11D4-E109-47FF-85A1-494C726ED529}"/>
              </a:ext>
            </a:extLst>
          </p:cNvPr>
          <p:cNvSpPr>
            <a:spLocks xmlns:a="http://schemas.openxmlformats.org/drawingml/2006/main" noGrp="1"/>
          </p:cNvSpPr>
          <p:nvPr/>
        </p:nvSpPr>
        <p:spPr>
          <a:xfrm xmlns:a="http://schemas.openxmlformats.org/drawingml/2006/main">
            <a:off x="7067550" y="3400425"/>
            <a:ext cx="4238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4706A"/>
                </a:solidFill>
                <a:latin typeface="Helvetica Neue"/>
                <a:ea typeface="Helvetica Neue"/>
                <a:cs typeface="Helvetica Neue"/>
              </a:defRPr>
            </a:pPr>
            <a:r>
              <a:rPr sz="1275" b="0">
                <a:solidFill>
                  <a:srgbClr val="64706A"/>
                </a:solidFill>
                <a:latin typeface="Helvetica Neue"/>
                <a:ea typeface="Helvetica Neue"/>
                <a:cs typeface="Helvetica Neue"/>
              </a:rPr>
              <a:t>Checks current versus historical, regional versus field, and whether unsafe precision is withheld.</a:t>
            </a:r>
          </a:p>
        </p:txBody>
      </p:sp>
      <p:sp>
        <p:nvSpPr>
          <p:cNvPr id="23" name="slide-9-system-count-2">
            <a:extLst xmlns:a="http://schemas.openxmlformats.org/drawingml/2006/main">
              <a:ext uri="{FF2B5EF4-FFF2-40B4-BE49-F238E27FC236}">
                <a16:creationId xmlns:a16="http://schemas.microsoft.com/office/drawing/2014/main" id="{9E3C051C-3ABC-4190-A496-C72BAE007B02}"/>
              </a:ext>
            </a:extLst>
          </p:cNvPr>
          <p:cNvSpPr>
            <a:spLocks xmlns:a="http://schemas.openxmlformats.org/drawingml/2006/main" noGrp="1"/>
          </p:cNvSpPr>
          <p:nvPr/>
        </p:nvSpPr>
        <p:spPr>
          <a:xfrm xmlns:a="http://schemas.openxmlformats.org/drawingml/2006/main">
            <a:off x="6334125" y="39624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4B8F78"/>
                </a:solidFill>
                <a:latin typeface="Helvetica Neue"/>
                <a:ea typeface="Helvetica Neue"/>
                <a:cs typeface="Helvetica Neue"/>
              </a:defRPr>
            </a:pPr>
            <a:r>
              <a:rPr sz="2325" b="1">
                <a:solidFill>
                  <a:srgbClr val="4B8F78"/>
                </a:solidFill>
                <a:latin typeface="Helvetica Neue"/>
                <a:ea typeface="Helvetica Neue"/>
                <a:cs typeface="Helvetica Neue"/>
              </a:rPr>
              <a:t>33</a:t>
            </a:r>
          </a:p>
        </p:txBody>
      </p:sp>
      <p:sp>
        <p:nvSpPr>
          <p:cNvPr id="24" name="slide-9-system-title-2">
            <a:extLst xmlns:a="http://schemas.openxmlformats.org/drawingml/2006/main">
              <a:ext uri="{FF2B5EF4-FFF2-40B4-BE49-F238E27FC236}">
                <a16:creationId xmlns:a16="http://schemas.microsoft.com/office/drawing/2014/main" id="{6860770B-A7AB-4096-AA16-72C35A77A781}"/>
              </a:ext>
            </a:extLst>
          </p:cNvPr>
          <p:cNvSpPr>
            <a:spLocks xmlns:a="http://schemas.openxmlformats.org/drawingml/2006/main" noGrp="1"/>
          </p:cNvSpPr>
          <p:nvPr/>
        </p:nvSpPr>
        <p:spPr>
          <a:xfrm xmlns:a="http://schemas.openxmlformats.org/drawingml/2006/main">
            <a:off x="7067550" y="39719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F2925"/>
                </a:solidFill>
                <a:latin typeface="Helvetica Neue"/>
                <a:ea typeface="Helvetica Neue"/>
                <a:cs typeface="Helvetica Neue"/>
              </a:defRPr>
            </a:pPr>
            <a:r>
              <a:rPr sz="1650" b="1">
                <a:solidFill>
                  <a:srgbClr val="1F2925"/>
                </a:solidFill>
                <a:latin typeface="Helvetica Neue"/>
                <a:ea typeface="Helvetica Neue"/>
                <a:cs typeface="Helvetica Neue"/>
              </a:rPr>
              <a:t>Retrieval lineage</a:t>
            </a:r>
          </a:p>
        </p:txBody>
      </p:sp>
      <p:sp>
        <p:nvSpPr>
          <p:cNvPr id="25" name="slide-9-system-body-2">
            <a:extLst xmlns:a="http://schemas.openxmlformats.org/drawingml/2006/main">
              <a:ext uri="{FF2B5EF4-FFF2-40B4-BE49-F238E27FC236}">
                <a16:creationId xmlns:a16="http://schemas.microsoft.com/office/drawing/2014/main" id="{29436F13-B90B-4973-AF28-C489E78EF123}"/>
              </a:ext>
            </a:extLst>
          </p:cNvPr>
          <p:cNvSpPr>
            <a:spLocks xmlns:a="http://schemas.openxmlformats.org/drawingml/2006/main" noGrp="1"/>
          </p:cNvSpPr>
          <p:nvPr/>
        </p:nvSpPr>
        <p:spPr>
          <a:xfrm xmlns:a="http://schemas.openxmlformats.org/drawingml/2006/main">
            <a:off x="7067550" y="4286250"/>
            <a:ext cx="4238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4706A"/>
                </a:solidFill>
                <a:latin typeface="Helvetica Neue"/>
                <a:ea typeface="Helvetica Neue"/>
                <a:cs typeface="Helvetica Neue"/>
              </a:defRPr>
            </a:pPr>
            <a:r>
              <a:rPr sz="1275" b="0">
                <a:solidFill>
                  <a:srgbClr val="64706A"/>
                </a:solidFill>
                <a:latin typeface="Helvetica Neue"/>
                <a:ea typeface="Helvetica Neue"/>
                <a:cs typeface="Helvetica Neue"/>
              </a:rPr>
              <a:t>Checks that expected Canadian sources are found, admitted and traceable without wrong-jurisdiction substitution.</a:t>
            </a:r>
          </a:p>
        </p:txBody>
      </p:sp>
      <p:sp>
        <p:nvSpPr>
          <p:cNvPr id="26" name="slide-9-system-count-3">
            <a:extLst xmlns:a="http://schemas.openxmlformats.org/drawingml/2006/main">
              <a:ext uri="{FF2B5EF4-FFF2-40B4-BE49-F238E27FC236}">
                <a16:creationId xmlns:a16="http://schemas.microsoft.com/office/drawing/2014/main" id="{23E54311-8784-48F4-8E34-A7BD028749EE}"/>
              </a:ext>
            </a:extLst>
          </p:cNvPr>
          <p:cNvSpPr>
            <a:spLocks xmlns:a="http://schemas.openxmlformats.org/drawingml/2006/main" noGrp="1"/>
          </p:cNvSpPr>
          <p:nvPr/>
        </p:nvSpPr>
        <p:spPr>
          <a:xfrm xmlns:a="http://schemas.openxmlformats.org/drawingml/2006/main">
            <a:off x="6334125" y="4848225"/>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4B8F78"/>
                </a:solidFill>
                <a:latin typeface="Helvetica Neue"/>
                <a:ea typeface="Helvetica Neue"/>
                <a:cs typeface="Helvetica Neue"/>
              </a:defRPr>
            </a:pPr>
            <a:r>
              <a:rPr sz="2325" b="1">
                <a:solidFill>
                  <a:srgbClr val="4B8F78"/>
                </a:solidFill>
                <a:latin typeface="Helvetica Neue"/>
                <a:ea typeface="Helvetica Neue"/>
                <a:cs typeface="Helvetica Neue"/>
              </a:rPr>
              <a:t>16</a:t>
            </a:r>
          </a:p>
        </p:txBody>
      </p:sp>
      <p:sp>
        <p:nvSpPr>
          <p:cNvPr id="27" name="slide-9-system-title-3">
            <a:extLst xmlns:a="http://schemas.openxmlformats.org/drawingml/2006/main">
              <a:ext uri="{FF2B5EF4-FFF2-40B4-BE49-F238E27FC236}">
                <a16:creationId xmlns:a16="http://schemas.microsoft.com/office/drawing/2014/main" id="{7E270A38-262A-4047-A2B3-F7D76990EA69}"/>
              </a:ext>
            </a:extLst>
          </p:cNvPr>
          <p:cNvSpPr>
            <a:spLocks xmlns:a="http://schemas.openxmlformats.org/drawingml/2006/main" noGrp="1"/>
          </p:cNvSpPr>
          <p:nvPr/>
        </p:nvSpPr>
        <p:spPr>
          <a:xfrm xmlns:a="http://schemas.openxmlformats.org/drawingml/2006/main">
            <a:off x="7067550" y="48577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F2925"/>
                </a:solidFill>
                <a:latin typeface="Helvetica Neue"/>
                <a:ea typeface="Helvetica Neue"/>
                <a:cs typeface="Helvetica Neue"/>
              </a:defRPr>
            </a:pPr>
            <a:r>
              <a:rPr sz="1650" b="1">
                <a:solidFill>
                  <a:srgbClr val="1F2925"/>
                </a:solidFill>
                <a:latin typeface="Helvetica Neue"/>
                <a:ea typeface="Helvetica Neue"/>
                <a:cs typeface="Helvetica Neue"/>
              </a:rPr>
              <a:t>Objective calculations</a:t>
            </a:r>
          </a:p>
        </p:txBody>
      </p:sp>
      <p:sp>
        <p:nvSpPr>
          <p:cNvPr id="28" name="slide-9-system-body-3">
            <a:extLst xmlns:a="http://schemas.openxmlformats.org/drawingml/2006/main">
              <a:ext uri="{FF2B5EF4-FFF2-40B4-BE49-F238E27FC236}">
                <a16:creationId xmlns:a16="http://schemas.microsoft.com/office/drawing/2014/main" id="{27B3F0F2-A9D5-4584-A079-5C732C5D532C}"/>
              </a:ext>
            </a:extLst>
          </p:cNvPr>
          <p:cNvSpPr>
            <a:spLocks xmlns:a="http://schemas.openxmlformats.org/drawingml/2006/main" noGrp="1"/>
          </p:cNvSpPr>
          <p:nvPr/>
        </p:nvSpPr>
        <p:spPr>
          <a:xfrm xmlns:a="http://schemas.openxmlformats.org/drawingml/2006/main">
            <a:off x="7067550" y="5172075"/>
            <a:ext cx="4238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4706A"/>
                </a:solidFill>
                <a:latin typeface="Helvetica Neue"/>
                <a:ea typeface="Helvetica Neue"/>
                <a:cs typeface="Helvetica Neue"/>
              </a:defRPr>
            </a:pPr>
            <a:r>
              <a:rPr sz="1275" b="0">
                <a:solidFill>
                  <a:srgbClr val="64706A"/>
                </a:solidFill>
                <a:latin typeface="Helvetica Neue"/>
                <a:ea typeface="Helvetica Neue"/>
                <a:cs typeface="Helvetica Neue"/>
              </a:rPr>
              <a:t>Checks values, units and tolerances deterministically—not with the language-model judge.</a:t>
            </a:r>
          </a:p>
        </p:txBody>
      </p:sp>
      <p:sp>
        <p:nvSpPr>
          <p:cNvPr id="29" name="slide-9-boundary">
            <a:extLst xmlns:a="http://schemas.openxmlformats.org/drawingml/2006/main">
              <a:ext uri="{FF2B5EF4-FFF2-40B4-BE49-F238E27FC236}">
                <a16:creationId xmlns:a16="http://schemas.microsoft.com/office/drawing/2014/main" id="{07E781F0-5DCA-4BAA-947C-8820AB54E839}"/>
              </a:ext>
            </a:extLst>
          </p:cNvPr>
          <p:cNvSpPr>
            <a:spLocks xmlns:a="http://schemas.openxmlformats.org/drawingml/2006/main" noGrp="1"/>
          </p:cNvSpPr>
          <p:nvPr/>
        </p:nvSpPr>
        <p:spPr>
          <a:xfrm xmlns:a="http://schemas.openxmlformats.org/drawingml/2006/main">
            <a:off x="6334125" y="578167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B85C4A"/>
                </a:solidFill>
                <a:latin typeface="Helvetica Neue"/>
                <a:ea typeface="Helvetica Neue"/>
                <a:cs typeface="Helvetica Neue"/>
              </a:defRPr>
            </a:pPr>
            <a:r>
              <a:rPr sz="1425" b="1">
                <a:solidFill>
                  <a:srgbClr val="B85C4A"/>
                </a:solidFill>
                <a:latin typeface="Helvetica Neue"/>
                <a:ea typeface="Helvetica Neue"/>
                <a:cs typeface="Helvetica Neue"/>
              </a:rPr>
              <a:t>The lanes stay separate: the suite does not produce one “agronomy intelligence” score.</a:t>
            </a:r>
          </a:p>
        </p:txBody>
      </p:sp>
      <p:sp>
        <p:nvSpPr>
          <p:cNvPr id="30" name="slide-9-footer">
            <a:extLst xmlns:a="http://schemas.openxmlformats.org/drawingml/2006/main">
              <a:ext uri="{FF2B5EF4-FFF2-40B4-BE49-F238E27FC236}">
                <a16:creationId xmlns:a16="http://schemas.microsoft.com/office/drawing/2014/main" id="{93FC777F-3B1C-4844-A55B-6AC9D41E4340}"/>
              </a:ext>
            </a:extLst>
          </p:cNvPr>
          <p:cNvSpPr>
            <a:spLocks xmlns:a="http://schemas.openxmlformats.org/drawingml/2006/main" noGrp="1"/>
          </p:cNvSpPr>
          <p:nvPr/>
        </p:nvSpPr>
        <p:spPr>
          <a:xfrm xmlns:a="http://schemas.openxmlformats.org/drawingml/2006/main">
            <a:off x="419100" y="6286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Open Agronomy Agent</a:t>
            </a:r>
          </a:p>
        </p:txBody>
      </p:sp>
      <p:sp>
        <p:nvSpPr>
          <p:cNvPr id="31" name="slide-9-number">
            <a:extLst xmlns:a="http://schemas.openxmlformats.org/drawingml/2006/main">
              <a:ext uri="{FF2B5EF4-FFF2-40B4-BE49-F238E27FC236}">
                <a16:creationId xmlns:a16="http://schemas.microsoft.com/office/drawing/2014/main" id="{CF04BF1C-6DCD-4196-91E2-BEC65EADB290}"/>
              </a:ext>
            </a:extLst>
          </p:cNvPr>
          <p:cNvSpPr>
            <a:spLocks xmlns:a="http://schemas.openxmlformats.org/drawingml/2006/main" noGrp="1"/>
          </p:cNvSpPr>
          <p:nvPr/>
        </p:nvSpPr>
        <p:spPr>
          <a:xfrm xmlns:a="http://schemas.openxmlformats.org/drawingml/2006/main">
            <a:off x="11239500" y="62865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09</a:t>
            </a:r>
          </a:p>
        </p:txBody>
      </p:sp>
    </p:spTree>
    <p:extLst>
      <p:ext uri="{BB962C8B-B14F-4D97-AF65-F5344CB8AC3E}">
        <p14:creationId xmlns:p14="http://schemas.microsoft.com/office/powerpoint/2010/main" val="1998336379"/>
      </p:ext>
    </p:extLst>
  </p:cSld>
</p:sld>
</file>

<file path=ppt/slides/slide10.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sp>
        <p:nvSpPr>
          <p:cNvPr id="61" name="slide-10-title">
            <a:extLst xmlns:a="http://schemas.openxmlformats.org/drawingml/2006/main">
              <a:ext uri="{FF2B5EF4-FFF2-40B4-BE49-F238E27FC236}">
                <a16:creationId xmlns:a16="http://schemas.microsoft.com/office/drawing/2014/main" id="{DF3039A4-E23B-4A6D-8681-06F4277AF9EA}"/>
              </a:ext>
            </a:extLst>
          </p:cNvPr>
          <p:cNvSpPr>
            <a:spLocks xmlns:a="http://schemas.openxmlformats.org/drawingml/2006/main" noGrp="1"/>
          </p:cNvSpPr>
          <p:nvPr/>
        </p:nvSpPr>
        <p:spPr>
          <a:xfrm xmlns:a="http://schemas.openxmlformats.org/drawingml/2006/main">
            <a:off x="419100" y="3238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F2925"/>
                </a:solidFill>
                <a:latin typeface="Helvetica Neue"/>
                <a:ea typeface="Helvetica Neue"/>
                <a:cs typeface="Helvetica Neue"/>
              </a:defRPr>
            </a:pPr>
            <a:r>
              <a:rPr sz="3450" b="1">
                <a:solidFill>
                  <a:srgbClr val="1F2925"/>
                </a:solidFill>
                <a:latin typeface="Helvetica Neue"/>
                <a:ea typeface="Helvetica Neue"/>
                <a:cs typeface="Helvetica Neue"/>
              </a:rPr>
              <a:t>Field records become bounded context packets</a:t>
            </a:r>
          </a:p>
        </p:txBody>
      </p:sp>
      <p:sp>
        <p:nvSpPr>
          <p:cNvPr id="2" name="slide-10-subtitle">
            <a:extLst xmlns:a="http://schemas.openxmlformats.org/drawingml/2006/main">
              <a:ext uri="{FF2B5EF4-FFF2-40B4-BE49-F238E27FC236}">
                <a16:creationId xmlns:a16="http://schemas.microsoft.com/office/drawing/2014/main" id="{CEF47403-ABED-41D1-92B3-E3F9CEAFCB2B}"/>
              </a:ext>
            </a:extLst>
          </p:cNvPr>
          <p:cNvSpPr>
            <a:spLocks xmlns:a="http://schemas.openxmlformats.org/drawingml/2006/main" noGrp="1"/>
          </p:cNvSpPr>
          <p:nvPr/>
        </p:nvSpPr>
        <p:spPr>
          <a:xfrm xmlns:a="http://schemas.openxmlformats.org/drawingml/2006/main">
            <a:off x="419100" y="9906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4706A"/>
                </a:solidFill>
                <a:latin typeface="Helvetica Neue"/>
                <a:ea typeface="Helvetica Neue"/>
                <a:cs typeface="Helvetica Neue"/>
              </a:defRPr>
            </a:pPr>
            <a:r>
              <a:rPr sz="1650" b="0">
                <a:solidFill>
                  <a:srgbClr val="64706A"/>
                </a:solidFill>
                <a:latin typeface="Helvetica Neue"/>
                <a:ea typeface="Helvetica Neue"/>
                <a:cs typeface="Helvetica Neue"/>
              </a:rPr>
              <a:t>For each question, the system admits only authorized and relevant data</a:t>
            </a:r>
          </a:p>
        </p:txBody>
      </p:sp>
      <p:sp>
        <p:nvSpPr>
          <p:cNvPr id="3" name="slide-10-number">
            <a:extLst xmlns:a="http://schemas.openxmlformats.org/drawingml/2006/main">
              <a:ext uri="{FF2B5EF4-FFF2-40B4-BE49-F238E27FC236}">
                <a16:creationId xmlns:a16="http://schemas.microsoft.com/office/drawing/2014/main" id="{CF78BBD5-2AA5-49A3-8E1E-03D96AE7C06C}"/>
              </a:ext>
            </a:extLst>
          </p:cNvPr>
          <p:cNvSpPr>
            <a:spLocks xmlns:a="http://schemas.openxmlformats.org/drawingml/2006/main" noGrp="1"/>
          </p:cNvSpPr>
          <p:nvPr/>
        </p:nvSpPr>
        <p:spPr>
          <a:xfrm xmlns:a="http://schemas.openxmlformats.org/drawingml/2006/main">
            <a:off x="11239500" y="62865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10</a:t>
            </a:r>
          </a:p>
        </p:txBody>
      </p:sp>
      <p:sp>
        <p:nvSpPr>
          <p:cNvPr id="4" name="slide-10-flow-left">
            <a:extLst xmlns:a="http://schemas.openxmlformats.org/drawingml/2006/main">
              <a:ext uri="{FF2B5EF4-FFF2-40B4-BE49-F238E27FC236}">
                <a16:creationId xmlns:a16="http://schemas.microsoft.com/office/drawing/2014/main" id="{93725D39-EBFF-44EA-82C0-26B16770B6F0}"/>
              </a:ext>
            </a:extLst>
          </p:cNvPr>
          <p:cNvSpPr>
            <a:spLocks xmlns:a="http://schemas.openxmlformats.org/drawingml/2006/main" noGrp="1"/>
          </p:cNvSpPr>
          <p:nvPr/>
        </p:nvSpPr>
        <p:spPr>
          <a:xfrm xmlns:a="http://schemas.openxmlformats.org/drawingml/2006/main">
            <a:off x="3667125" y="3333750"/>
            <a:ext cx="685800" cy="38100"/>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5" name="slide-10-flow-right">
            <a:extLst xmlns:a="http://schemas.openxmlformats.org/drawingml/2006/main">
              <a:ext uri="{FF2B5EF4-FFF2-40B4-BE49-F238E27FC236}">
                <a16:creationId xmlns:a16="http://schemas.microsoft.com/office/drawing/2014/main" id="{118BD494-EEF3-4B3F-A8AD-4F7C9A6DFF68}"/>
              </a:ext>
            </a:extLst>
          </p:cNvPr>
          <p:cNvSpPr>
            <a:spLocks xmlns:a="http://schemas.openxmlformats.org/drawingml/2006/main" noGrp="1"/>
          </p:cNvSpPr>
          <p:nvPr/>
        </p:nvSpPr>
        <p:spPr>
          <a:xfrm xmlns:a="http://schemas.openxmlformats.org/drawingml/2006/main">
            <a:off x="7334250" y="3333750"/>
            <a:ext cx="685800" cy="38100"/>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6" name="slide-10-flow-arrow-left">
            <a:extLst xmlns:a="http://schemas.openxmlformats.org/drawingml/2006/main">
              <a:ext uri="{FF2B5EF4-FFF2-40B4-BE49-F238E27FC236}">
                <a16:creationId xmlns:a16="http://schemas.microsoft.com/office/drawing/2014/main" id="{D74212D7-B917-4221-867D-DBCC862BD75F}"/>
              </a:ext>
            </a:extLst>
          </p:cNvPr>
          <p:cNvSpPr>
            <a:spLocks xmlns:a="http://schemas.openxmlformats.org/drawingml/2006/main" noGrp="1"/>
          </p:cNvSpPr>
          <p:nvPr/>
        </p:nvSpPr>
        <p:spPr>
          <a:xfrm xmlns:a="http://schemas.openxmlformats.org/drawingml/2006/main">
            <a:off x="3848100" y="3114675"/>
            <a:ext cx="38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64706A"/>
                </a:solidFill>
                <a:latin typeface="Helvetica Neue"/>
                <a:ea typeface="Helvetica Neue"/>
                <a:cs typeface="Helvetica Neue"/>
              </a:defRPr>
            </a:pPr>
            <a:r>
              <a:rPr sz="2250" b="1">
                <a:solidFill>
                  <a:srgbClr val="64706A"/>
                </a:solidFill>
                <a:latin typeface="Helvetica Neue"/>
                <a:ea typeface="Helvetica Neue"/>
                <a:cs typeface="Helvetica Neue"/>
              </a:rPr>
              <a:t>→</a:t>
            </a:r>
          </a:p>
        </p:txBody>
      </p:sp>
      <p:sp>
        <p:nvSpPr>
          <p:cNvPr id="7" name="slide-10-flow-arrow-right">
            <a:extLst xmlns:a="http://schemas.openxmlformats.org/drawingml/2006/main">
              <a:ext uri="{FF2B5EF4-FFF2-40B4-BE49-F238E27FC236}">
                <a16:creationId xmlns:a16="http://schemas.microsoft.com/office/drawing/2014/main" id="{14F7AE12-BC65-42B8-A742-0B13E242A986}"/>
              </a:ext>
            </a:extLst>
          </p:cNvPr>
          <p:cNvSpPr>
            <a:spLocks xmlns:a="http://schemas.openxmlformats.org/drawingml/2006/main" noGrp="1"/>
          </p:cNvSpPr>
          <p:nvPr/>
        </p:nvSpPr>
        <p:spPr>
          <a:xfrm xmlns:a="http://schemas.openxmlformats.org/drawingml/2006/main">
            <a:off x="7515225" y="3114675"/>
            <a:ext cx="38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64706A"/>
                </a:solidFill>
                <a:latin typeface="Helvetica Neue"/>
                <a:ea typeface="Helvetica Neue"/>
                <a:cs typeface="Helvetica Neue"/>
              </a:defRPr>
            </a:pPr>
            <a:r>
              <a:rPr sz="2250" b="1">
                <a:solidFill>
                  <a:srgbClr val="64706A"/>
                </a:solidFill>
                <a:latin typeface="Helvetica Neue"/>
                <a:ea typeface="Helvetica Neue"/>
                <a:cs typeface="Helvetica Neue"/>
              </a:rPr>
              <a:t>→</a:t>
            </a:r>
          </a:p>
        </p:txBody>
      </p:sp>
      <p:sp>
        <p:nvSpPr>
          <p:cNvPr id="8" name="slide-10-record-heading">
            <a:extLst xmlns:a="http://schemas.openxmlformats.org/drawingml/2006/main">
              <a:ext uri="{FF2B5EF4-FFF2-40B4-BE49-F238E27FC236}">
                <a16:creationId xmlns:a16="http://schemas.microsoft.com/office/drawing/2014/main" id="{0CB61918-6AA4-407B-B5FE-53A4315AD302}"/>
              </a:ext>
            </a:extLst>
          </p:cNvPr>
          <p:cNvSpPr>
            <a:spLocks xmlns:a="http://schemas.openxmlformats.org/drawingml/2006/main" noGrp="1"/>
          </p:cNvSpPr>
          <p:nvPr/>
        </p:nvSpPr>
        <p:spPr>
          <a:xfrm xmlns:a="http://schemas.openxmlformats.org/drawingml/2006/main">
            <a:off x="523875" y="157162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2F6F8F"/>
                </a:solidFill>
                <a:latin typeface="Helvetica Neue"/>
                <a:ea typeface="Helvetica Neue"/>
                <a:cs typeface="Helvetica Neue"/>
              </a:defRPr>
            </a:pPr>
            <a:r>
              <a:rPr sz="1950" b="1">
                <a:solidFill>
                  <a:srgbClr val="2F6F8F"/>
                </a:solidFill>
                <a:latin typeface="Helvetica Neue"/>
                <a:ea typeface="Helvetica Neue"/>
                <a:cs typeface="Helvetica Neue"/>
              </a:rPr>
              <a:t>Persistent field record</a:t>
            </a:r>
          </a:p>
        </p:txBody>
      </p:sp>
      <p:sp>
        <p:nvSpPr>
          <p:cNvPr id="9" name="slide-10-record-rule">
            <a:extLst xmlns:a="http://schemas.openxmlformats.org/drawingml/2006/main">
              <a:ext uri="{FF2B5EF4-FFF2-40B4-BE49-F238E27FC236}">
                <a16:creationId xmlns:a16="http://schemas.microsoft.com/office/drawing/2014/main" id="{789CEDB5-81AE-4979-B079-F01561A147CA}"/>
              </a:ext>
            </a:extLst>
          </p:cNvPr>
          <p:cNvSpPr>
            <a:spLocks xmlns:a="http://schemas.openxmlformats.org/drawingml/2006/main" noGrp="1"/>
          </p:cNvSpPr>
          <p:nvPr/>
        </p:nvSpPr>
        <p:spPr>
          <a:xfrm xmlns:a="http://schemas.openxmlformats.org/drawingml/2006/main">
            <a:off x="523875" y="2000250"/>
            <a:ext cx="2952750" cy="38100"/>
          </a:xfrm>
          <a:prstGeom xmlns:a="http://schemas.openxmlformats.org/drawingml/2006/main" prst="rect">
            <a:avLst/>
          </a:prstGeom>
          <a:solidFill xmlns:a="http://schemas.openxmlformats.org/drawingml/2006/main">
            <a:srgbClr val="2F6F8F"/>
          </a:solidFill>
          <a:ln xmlns:a="http://schemas.openxmlformats.org/drawingml/2006/main" w="0">
            <a:solidFill>
              <a:srgbClr val="2F6F8F"/>
            </a:solidFill>
            <a:prstDash val="solid"/>
          </a:ln>
        </p:spPr>
      </p:sp>
      <p:sp>
        <p:nvSpPr>
          <p:cNvPr id="10" name="slide-10-record-dot-0">
            <a:extLst xmlns:a="http://schemas.openxmlformats.org/drawingml/2006/main">
              <a:ext uri="{FF2B5EF4-FFF2-40B4-BE49-F238E27FC236}">
                <a16:creationId xmlns:a16="http://schemas.microsoft.com/office/drawing/2014/main" id="{6CCF3270-289B-4E57-AFDC-F4806FA07F7E}"/>
              </a:ext>
            </a:extLst>
          </p:cNvPr>
          <p:cNvSpPr>
            <a:spLocks xmlns:a="http://schemas.openxmlformats.org/drawingml/2006/main" noGrp="1"/>
          </p:cNvSpPr>
          <p:nvPr/>
        </p:nvSpPr>
        <p:spPr>
          <a:xfrm xmlns:a="http://schemas.openxmlformats.org/drawingml/2006/main">
            <a:off x="552450" y="2333625"/>
            <a:ext cx="123825" cy="123825"/>
          </a:xfrm>
          <a:prstGeom xmlns:a="http://schemas.openxmlformats.org/drawingml/2006/main" prst="ellipse">
            <a:avLst/>
          </a:prstGeom>
          <a:solidFill xmlns:a="http://schemas.openxmlformats.org/drawingml/2006/main">
            <a:srgbClr val="2F6F8F"/>
          </a:solidFill>
          <a:ln xmlns:a="http://schemas.openxmlformats.org/drawingml/2006/main" w="0">
            <a:solidFill>
              <a:srgbClr val="2F6F8F"/>
            </a:solidFill>
            <a:prstDash val="solid"/>
          </a:ln>
        </p:spPr>
      </p:sp>
      <p:sp>
        <p:nvSpPr>
          <p:cNvPr id="11" name="slide-10-record-item-0">
            <a:extLst xmlns:a="http://schemas.openxmlformats.org/drawingml/2006/main">
              <a:ext uri="{FF2B5EF4-FFF2-40B4-BE49-F238E27FC236}">
                <a16:creationId xmlns:a16="http://schemas.microsoft.com/office/drawing/2014/main" id="{C9BF4D8A-F720-455B-8079-A1CB545648AC}"/>
              </a:ext>
            </a:extLst>
          </p:cNvPr>
          <p:cNvSpPr>
            <a:spLocks xmlns:a="http://schemas.openxmlformats.org/drawingml/2006/main" noGrp="1"/>
          </p:cNvSpPr>
          <p:nvPr/>
        </p:nvSpPr>
        <p:spPr>
          <a:xfrm xmlns:a="http://schemas.openxmlformats.org/drawingml/2006/main">
            <a:off x="809625" y="22669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F2925"/>
                </a:solidFill>
                <a:latin typeface="Helvetica Neue"/>
                <a:ea typeface="Helvetica Neue"/>
                <a:cs typeface="Helvetica Neue"/>
              </a:defRPr>
            </a:pPr>
            <a:r>
              <a:rPr sz="1350" b="0">
                <a:solidFill>
                  <a:srgbClr val="1F2925"/>
                </a:solidFill>
                <a:latin typeface="Helvetica Neue"/>
                <a:ea typeface="Helvetica Neue"/>
                <a:cs typeface="Helvetica Neue"/>
              </a:rPr>
              <a:t>Place, province/RM and generalized geometry</a:t>
            </a:r>
          </a:p>
        </p:txBody>
      </p:sp>
      <p:sp>
        <p:nvSpPr>
          <p:cNvPr id="12" name="slide-10-record-dot-1">
            <a:extLst xmlns:a="http://schemas.openxmlformats.org/drawingml/2006/main">
              <a:ext uri="{FF2B5EF4-FFF2-40B4-BE49-F238E27FC236}">
                <a16:creationId xmlns:a16="http://schemas.microsoft.com/office/drawing/2014/main" id="{9F442384-5F1C-4724-AA10-4FE649631EED}"/>
              </a:ext>
            </a:extLst>
          </p:cNvPr>
          <p:cNvSpPr>
            <a:spLocks xmlns:a="http://schemas.openxmlformats.org/drawingml/2006/main" noGrp="1"/>
          </p:cNvSpPr>
          <p:nvPr/>
        </p:nvSpPr>
        <p:spPr>
          <a:xfrm xmlns:a="http://schemas.openxmlformats.org/drawingml/2006/main">
            <a:off x="552450" y="2943225"/>
            <a:ext cx="123825" cy="123825"/>
          </a:xfrm>
          <a:prstGeom xmlns:a="http://schemas.openxmlformats.org/drawingml/2006/main" prst="ellipse">
            <a:avLst/>
          </a:prstGeom>
          <a:solidFill xmlns:a="http://schemas.openxmlformats.org/drawingml/2006/main">
            <a:srgbClr val="2F6F8F"/>
          </a:solidFill>
          <a:ln xmlns:a="http://schemas.openxmlformats.org/drawingml/2006/main" w="0">
            <a:solidFill>
              <a:srgbClr val="2F6F8F"/>
            </a:solidFill>
            <a:prstDash val="solid"/>
          </a:ln>
        </p:spPr>
      </p:sp>
      <p:sp>
        <p:nvSpPr>
          <p:cNvPr id="13" name="slide-10-record-item-1">
            <a:extLst xmlns:a="http://schemas.openxmlformats.org/drawingml/2006/main">
              <a:ext uri="{FF2B5EF4-FFF2-40B4-BE49-F238E27FC236}">
                <a16:creationId xmlns:a16="http://schemas.microsoft.com/office/drawing/2014/main" id="{660B9CB6-B143-48D5-B639-6355EFE0350C}"/>
              </a:ext>
            </a:extLst>
          </p:cNvPr>
          <p:cNvSpPr>
            <a:spLocks xmlns:a="http://schemas.openxmlformats.org/drawingml/2006/main" noGrp="1"/>
          </p:cNvSpPr>
          <p:nvPr/>
        </p:nvSpPr>
        <p:spPr>
          <a:xfrm xmlns:a="http://schemas.openxmlformats.org/drawingml/2006/main">
            <a:off x="809625" y="28765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F2925"/>
                </a:solidFill>
                <a:latin typeface="Helvetica Neue"/>
                <a:ea typeface="Helvetica Neue"/>
                <a:cs typeface="Helvetica Neue"/>
              </a:defRPr>
            </a:pPr>
            <a:r>
              <a:rPr sz="1350" b="0">
                <a:solidFill>
                  <a:srgbClr val="1F2925"/>
                </a:solidFill>
                <a:latin typeface="Helvetica Neue"/>
                <a:ea typeface="Helvetica Neue"/>
                <a:cs typeface="Helvetica Neue"/>
              </a:rPr>
              <a:t>Current crop and crop year</a:t>
            </a:r>
          </a:p>
        </p:txBody>
      </p:sp>
      <p:sp>
        <p:nvSpPr>
          <p:cNvPr id="14" name="slide-10-record-dot-2">
            <a:extLst xmlns:a="http://schemas.openxmlformats.org/drawingml/2006/main">
              <a:ext uri="{FF2B5EF4-FFF2-40B4-BE49-F238E27FC236}">
                <a16:creationId xmlns:a16="http://schemas.microsoft.com/office/drawing/2014/main" id="{7D69368C-B051-420A-A948-4DD50E83B77C}"/>
              </a:ext>
            </a:extLst>
          </p:cNvPr>
          <p:cNvSpPr>
            <a:spLocks xmlns:a="http://schemas.openxmlformats.org/drawingml/2006/main" noGrp="1"/>
          </p:cNvSpPr>
          <p:nvPr/>
        </p:nvSpPr>
        <p:spPr>
          <a:xfrm xmlns:a="http://schemas.openxmlformats.org/drawingml/2006/main">
            <a:off x="552450" y="3552825"/>
            <a:ext cx="123825" cy="123825"/>
          </a:xfrm>
          <a:prstGeom xmlns:a="http://schemas.openxmlformats.org/drawingml/2006/main" prst="ellipse">
            <a:avLst/>
          </a:prstGeom>
          <a:solidFill xmlns:a="http://schemas.openxmlformats.org/drawingml/2006/main">
            <a:srgbClr val="C18B36"/>
          </a:solidFill>
          <a:ln xmlns:a="http://schemas.openxmlformats.org/drawingml/2006/main" w="0">
            <a:solidFill>
              <a:srgbClr val="C18B36"/>
            </a:solidFill>
            <a:prstDash val="solid"/>
          </a:ln>
        </p:spPr>
      </p:sp>
      <p:sp>
        <p:nvSpPr>
          <p:cNvPr id="15" name="slide-10-record-item-2">
            <a:extLst xmlns:a="http://schemas.openxmlformats.org/drawingml/2006/main">
              <a:ext uri="{FF2B5EF4-FFF2-40B4-BE49-F238E27FC236}">
                <a16:creationId xmlns:a16="http://schemas.microsoft.com/office/drawing/2014/main" id="{556D58CD-9D30-4B78-8FD7-526F3EEB121F}"/>
              </a:ext>
            </a:extLst>
          </p:cNvPr>
          <p:cNvSpPr>
            <a:spLocks xmlns:a="http://schemas.openxmlformats.org/drawingml/2006/main" noGrp="1"/>
          </p:cNvSpPr>
          <p:nvPr/>
        </p:nvSpPr>
        <p:spPr>
          <a:xfrm xmlns:a="http://schemas.openxmlformats.org/drawingml/2006/main">
            <a:off x="809625" y="34861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F2925"/>
                </a:solidFill>
                <a:latin typeface="Helvetica Neue"/>
                <a:ea typeface="Helvetica Neue"/>
                <a:cs typeface="Helvetica Neue"/>
              </a:defRPr>
            </a:pPr>
            <a:r>
              <a:rPr sz="1350" b="0">
                <a:solidFill>
                  <a:srgbClr val="1F2925"/>
                </a:solidFill>
                <a:latin typeface="Helvetica Neue"/>
                <a:ea typeface="Helvetica Neue"/>
                <a:cs typeface="Helvetica Neue"/>
              </a:rPr>
              <a:t>Soil, drainage, irrigation and soil-test summary</a:t>
            </a:r>
          </a:p>
        </p:txBody>
      </p:sp>
      <p:sp>
        <p:nvSpPr>
          <p:cNvPr id="16" name="slide-10-record-dot-3">
            <a:extLst xmlns:a="http://schemas.openxmlformats.org/drawingml/2006/main">
              <a:ext uri="{FF2B5EF4-FFF2-40B4-BE49-F238E27FC236}">
                <a16:creationId xmlns:a16="http://schemas.microsoft.com/office/drawing/2014/main" id="{4E04C5E6-5B94-47B3-B552-151F9BB736EC}"/>
              </a:ext>
            </a:extLst>
          </p:cNvPr>
          <p:cNvSpPr>
            <a:spLocks xmlns:a="http://schemas.openxmlformats.org/drawingml/2006/main" noGrp="1"/>
          </p:cNvSpPr>
          <p:nvPr/>
        </p:nvSpPr>
        <p:spPr>
          <a:xfrm xmlns:a="http://schemas.openxmlformats.org/drawingml/2006/main">
            <a:off x="552450" y="4162425"/>
            <a:ext cx="123825" cy="123825"/>
          </a:xfrm>
          <a:prstGeom xmlns:a="http://schemas.openxmlformats.org/drawingml/2006/main" prst="ellipse">
            <a:avLst/>
          </a:prstGeom>
          <a:solidFill xmlns:a="http://schemas.openxmlformats.org/drawingml/2006/main">
            <a:srgbClr val="C18B36"/>
          </a:solidFill>
          <a:ln xmlns:a="http://schemas.openxmlformats.org/drawingml/2006/main" w="0">
            <a:solidFill>
              <a:srgbClr val="C18B36"/>
            </a:solidFill>
            <a:prstDash val="solid"/>
          </a:ln>
        </p:spPr>
      </p:sp>
      <p:sp>
        <p:nvSpPr>
          <p:cNvPr id="17" name="slide-10-record-item-3">
            <a:extLst xmlns:a="http://schemas.openxmlformats.org/drawingml/2006/main">
              <a:ext uri="{FF2B5EF4-FFF2-40B4-BE49-F238E27FC236}">
                <a16:creationId xmlns:a16="http://schemas.microsoft.com/office/drawing/2014/main" id="{9BD80370-0D7A-4E63-A78D-D9CDA438EB2B}"/>
              </a:ext>
            </a:extLst>
          </p:cNvPr>
          <p:cNvSpPr>
            <a:spLocks xmlns:a="http://schemas.openxmlformats.org/drawingml/2006/main" noGrp="1"/>
          </p:cNvSpPr>
          <p:nvPr/>
        </p:nvSpPr>
        <p:spPr>
          <a:xfrm xmlns:a="http://schemas.openxmlformats.org/drawingml/2006/main">
            <a:off x="809625" y="40957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F2925"/>
                </a:solidFill>
                <a:latin typeface="Helvetica Neue"/>
                <a:ea typeface="Helvetica Neue"/>
                <a:cs typeface="Helvetica Neue"/>
              </a:defRPr>
            </a:pPr>
            <a:r>
              <a:rPr sz="1350" b="0">
                <a:solidFill>
                  <a:srgbClr val="1F2925"/>
                </a:solidFill>
                <a:latin typeface="Helvetica Neue"/>
                <a:ea typeface="Helvetica Neue"/>
                <a:cs typeface="Helvetica Neue"/>
              </a:rPr>
              <a:t>Rotation, management notes and known constraints</a:t>
            </a:r>
          </a:p>
        </p:txBody>
      </p:sp>
      <p:sp>
        <p:nvSpPr>
          <p:cNvPr id="18" name="slide-10-record-dot-4">
            <a:extLst xmlns:a="http://schemas.openxmlformats.org/drawingml/2006/main">
              <a:ext uri="{FF2B5EF4-FFF2-40B4-BE49-F238E27FC236}">
                <a16:creationId xmlns:a16="http://schemas.microsoft.com/office/drawing/2014/main" id="{A5A04C9D-617F-4F47-BD97-A1DBBA0D8D89}"/>
              </a:ext>
            </a:extLst>
          </p:cNvPr>
          <p:cNvSpPr>
            <a:spLocks xmlns:a="http://schemas.openxmlformats.org/drawingml/2006/main" noGrp="1"/>
          </p:cNvSpPr>
          <p:nvPr/>
        </p:nvSpPr>
        <p:spPr>
          <a:xfrm xmlns:a="http://schemas.openxmlformats.org/drawingml/2006/main">
            <a:off x="552450" y="4772025"/>
            <a:ext cx="123825" cy="123825"/>
          </a:xfrm>
          <a:prstGeom xmlns:a="http://schemas.openxmlformats.org/drawingml/2006/main" prst="ellipse">
            <a:avLst/>
          </a:prstGeom>
          <a:solidFill xmlns:a="http://schemas.openxmlformats.org/drawingml/2006/main">
            <a:srgbClr val="C18B36"/>
          </a:solidFill>
          <a:ln xmlns:a="http://schemas.openxmlformats.org/drawingml/2006/main" w="0">
            <a:solidFill>
              <a:srgbClr val="C18B36"/>
            </a:solidFill>
            <a:prstDash val="solid"/>
          </a:ln>
        </p:spPr>
      </p:sp>
      <p:sp>
        <p:nvSpPr>
          <p:cNvPr id="19" name="slide-10-record-item-4">
            <a:extLst xmlns:a="http://schemas.openxmlformats.org/drawingml/2006/main">
              <a:ext uri="{FF2B5EF4-FFF2-40B4-BE49-F238E27FC236}">
                <a16:creationId xmlns:a16="http://schemas.microsoft.com/office/drawing/2014/main" id="{CEBA2729-A099-4465-93EF-E90B8C40AAC4}"/>
              </a:ext>
            </a:extLst>
          </p:cNvPr>
          <p:cNvSpPr>
            <a:spLocks xmlns:a="http://schemas.openxmlformats.org/drawingml/2006/main" noGrp="1"/>
          </p:cNvSpPr>
          <p:nvPr/>
        </p:nvSpPr>
        <p:spPr>
          <a:xfrm xmlns:a="http://schemas.openxmlformats.org/drawingml/2006/main">
            <a:off x="809625" y="47053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F2925"/>
                </a:solidFill>
                <a:latin typeface="Helvetica Neue"/>
                <a:ea typeface="Helvetica Neue"/>
                <a:cs typeface="Helvetica Neue"/>
              </a:defRPr>
            </a:pPr>
            <a:r>
              <a:rPr sz="1350" b="0">
                <a:solidFill>
                  <a:srgbClr val="1F2925"/>
                </a:solidFill>
                <a:latin typeface="Helvetica Neue"/>
                <a:ea typeface="Helvetica Neue"/>
                <a:cs typeface="Helvetica Neue"/>
              </a:rPr>
              <a:t>Append-only observations, samples, operations and corrections</a:t>
            </a:r>
          </a:p>
        </p:txBody>
      </p:sp>
      <p:sp>
        <p:nvSpPr>
          <p:cNvPr id="20" name="slide-10-process-heading">
            <a:extLst xmlns:a="http://schemas.openxmlformats.org/drawingml/2006/main">
              <a:ext uri="{FF2B5EF4-FFF2-40B4-BE49-F238E27FC236}">
                <a16:creationId xmlns:a16="http://schemas.microsoft.com/office/drawing/2014/main" id="{70854459-16A3-465E-87BD-019E4C2CC8A1}"/>
              </a:ext>
            </a:extLst>
          </p:cNvPr>
          <p:cNvSpPr>
            <a:spLocks xmlns:a="http://schemas.openxmlformats.org/drawingml/2006/main" noGrp="1"/>
          </p:cNvSpPr>
          <p:nvPr/>
        </p:nvSpPr>
        <p:spPr>
          <a:xfrm xmlns:a="http://schemas.openxmlformats.org/drawingml/2006/main">
            <a:off x="4362450" y="157162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4B8F78"/>
                </a:solidFill>
                <a:latin typeface="Helvetica Neue"/>
                <a:ea typeface="Helvetica Neue"/>
                <a:cs typeface="Helvetica Neue"/>
              </a:defRPr>
            </a:pPr>
            <a:r>
              <a:rPr sz="1950" b="1">
                <a:solidFill>
                  <a:srgbClr val="4B8F78"/>
                </a:solidFill>
                <a:latin typeface="Helvetica Neue"/>
                <a:ea typeface="Helvetica Neue"/>
                <a:cs typeface="Helvetica Neue"/>
              </a:rPr>
              <a:t>Per-turn preparation</a:t>
            </a:r>
          </a:p>
        </p:txBody>
      </p:sp>
      <p:sp>
        <p:nvSpPr>
          <p:cNvPr id="21" name="slide-10-process-rule">
            <a:extLst xmlns:a="http://schemas.openxmlformats.org/drawingml/2006/main">
              <a:ext uri="{FF2B5EF4-FFF2-40B4-BE49-F238E27FC236}">
                <a16:creationId xmlns:a16="http://schemas.microsoft.com/office/drawing/2014/main" id="{C74B5418-EE9D-4C1D-8A92-798B16A63600}"/>
              </a:ext>
            </a:extLst>
          </p:cNvPr>
          <p:cNvSpPr>
            <a:spLocks xmlns:a="http://schemas.openxmlformats.org/drawingml/2006/main" noGrp="1"/>
          </p:cNvSpPr>
          <p:nvPr/>
        </p:nvSpPr>
        <p:spPr>
          <a:xfrm xmlns:a="http://schemas.openxmlformats.org/drawingml/2006/main">
            <a:off x="4362450" y="2000250"/>
            <a:ext cx="2952750" cy="38100"/>
          </a:xfrm>
          <a:prstGeom xmlns:a="http://schemas.openxmlformats.org/drawingml/2006/main" prst="rect">
            <a:avLst/>
          </a:prstGeom>
          <a:solidFill xmlns:a="http://schemas.openxmlformats.org/drawingml/2006/main">
            <a:srgbClr val="4B8F78"/>
          </a:solidFill>
          <a:ln xmlns:a="http://schemas.openxmlformats.org/drawingml/2006/main" w="0">
            <a:solidFill>
              <a:srgbClr val="4B8F78"/>
            </a:solidFill>
            <a:prstDash val="solid"/>
          </a:ln>
        </p:spPr>
      </p:sp>
      <p:sp>
        <p:nvSpPr>
          <p:cNvPr id="22" name="slide-10-process-link-0">
            <a:extLst xmlns:a="http://schemas.openxmlformats.org/drawingml/2006/main">
              <a:ext uri="{FF2B5EF4-FFF2-40B4-BE49-F238E27FC236}">
                <a16:creationId xmlns:a16="http://schemas.microsoft.com/office/drawing/2014/main" id="{31BBCB73-661B-4522-8D8C-820B98C7778D}"/>
              </a:ext>
            </a:extLst>
          </p:cNvPr>
          <p:cNvSpPr>
            <a:spLocks xmlns:a="http://schemas.openxmlformats.org/drawingml/2006/main" noGrp="1"/>
          </p:cNvSpPr>
          <p:nvPr/>
        </p:nvSpPr>
        <p:spPr>
          <a:xfrm xmlns:a="http://schemas.openxmlformats.org/drawingml/2006/main">
            <a:off x="4810125" y="2647950"/>
            <a:ext cx="28575" cy="361950"/>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23" name="slide-10-process-node-0">
            <a:extLst xmlns:a="http://schemas.openxmlformats.org/drawingml/2006/main">
              <a:ext uri="{FF2B5EF4-FFF2-40B4-BE49-F238E27FC236}">
                <a16:creationId xmlns:a16="http://schemas.microsoft.com/office/drawing/2014/main" id="{7577AD5F-202F-4834-9066-26A31264F5FD}"/>
              </a:ext>
            </a:extLst>
          </p:cNvPr>
          <p:cNvSpPr>
            <a:spLocks xmlns:a="http://schemas.openxmlformats.org/drawingml/2006/main" noGrp="1"/>
          </p:cNvSpPr>
          <p:nvPr/>
        </p:nvSpPr>
        <p:spPr>
          <a:xfrm xmlns:a="http://schemas.openxmlformats.org/drawingml/2006/main">
            <a:off x="4619625" y="2286000"/>
            <a:ext cx="419100" cy="419100"/>
          </a:xfrm>
          <a:prstGeom xmlns:a="http://schemas.openxmlformats.org/drawingml/2006/main" prst="ellipse">
            <a:avLst/>
          </a:prstGeom>
          <a:solidFill xmlns:a="http://schemas.openxmlformats.org/drawingml/2006/main">
            <a:srgbClr val="FBFBF8"/>
          </a:solidFill>
          <a:ln xmlns:a="http://schemas.openxmlformats.org/drawingml/2006/main" w="19050">
            <a:solidFill>
              <a:srgbClr val="CBD1CA"/>
            </a:solidFill>
            <a:prstDash val="solid"/>
          </a:ln>
        </p:spPr>
      </p:sp>
      <p:sp>
        <p:nvSpPr>
          <p:cNvPr id="24" name="slide-10-process-number-0">
            <a:extLst xmlns:a="http://schemas.openxmlformats.org/drawingml/2006/main">
              <a:ext uri="{FF2B5EF4-FFF2-40B4-BE49-F238E27FC236}">
                <a16:creationId xmlns:a16="http://schemas.microsoft.com/office/drawing/2014/main" id="{A220C6A4-F994-4C65-A180-8D8F5E278E91}"/>
              </a:ext>
            </a:extLst>
          </p:cNvPr>
          <p:cNvSpPr>
            <a:spLocks xmlns:a="http://schemas.openxmlformats.org/drawingml/2006/main" noGrp="1"/>
          </p:cNvSpPr>
          <p:nvPr/>
        </p:nvSpPr>
        <p:spPr>
          <a:xfrm xmlns:a="http://schemas.openxmlformats.org/drawingml/2006/main">
            <a:off x="4733925" y="23812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64706A"/>
                </a:solidFill>
                <a:latin typeface="Helvetica Neue"/>
                <a:ea typeface="Helvetica Neue"/>
                <a:cs typeface="Helvetica Neue"/>
              </a:defRPr>
            </a:pPr>
            <a:r>
              <a:rPr sz="1275" b="1">
                <a:solidFill>
                  <a:srgbClr val="64706A"/>
                </a:solidFill>
                <a:latin typeface="Helvetica Neue"/>
                <a:ea typeface="Helvetica Neue"/>
                <a:cs typeface="Helvetica Neue"/>
              </a:rPr>
              <a:t>1</a:t>
            </a:r>
          </a:p>
        </p:txBody>
      </p:sp>
      <p:sp>
        <p:nvSpPr>
          <p:cNvPr id="25" name="slide-10-process-label-0">
            <a:extLst xmlns:a="http://schemas.openxmlformats.org/drawingml/2006/main">
              <a:ext uri="{FF2B5EF4-FFF2-40B4-BE49-F238E27FC236}">
                <a16:creationId xmlns:a16="http://schemas.microsoft.com/office/drawing/2014/main" id="{89AE8B4F-66EB-4E26-822B-6E0D0625FD34}"/>
              </a:ext>
            </a:extLst>
          </p:cNvPr>
          <p:cNvSpPr>
            <a:spLocks xmlns:a="http://schemas.openxmlformats.org/drawingml/2006/main" noGrp="1"/>
          </p:cNvSpPr>
          <p:nvPr/>
        </p:nvSpPr>
        <p:spPr>
          <a:xfrm xmlns:a="http://schemas.openxmlformats.org/drawingml/2006/main">
            <a:off x="5191125" y="23431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F2925"/>
                </a:solidFill>
                <a:latin typeface="Helvetica Neue"/>
                <a:ea typeface="Helvetica Neue"/>
                <a:cs typeface="Helvetica Neue"/>
              </a:defRPr>
            </a:pPr>
            <a:r>
              <a:rPr sz="1350" b="1">
                <a:solidFill>
                  <a:srgbClr val="1F2925"/>
                </a:solidFill>
                <a:latin typeface="Helvetica Neue"/>
                <a:ea typeface="Helvetica Neue"/>
                <a:cs typeface="Helvetica Neue"/>
              </a:rPr>
              <a:t>Authorize the field binding</a:t>
            </a:r>
          </a:p>
        </p:txBody>
      </p:sp>
      <p:sp>
        <p:nvSpPr>
          <p:cNvPr id="26" name="slide-10-process-link-1">
            <a:extLst xmlns:a="http://schemas.openxmlformats.org/drawingml/2006/main">
              <a:ext uri="{FF2B5EF4-FFF2-40B4-BE49-F238E27FC236}">
                <a16:creationId xmlns:a16="http://schemas.microsoft.com/office/drawing/2014/main" id="{2E500295-5882-46B4-81A5-6D2AA32E653B}"/>
              </a:ext>
            </a:extLst>
          </p:cNvPr>
          <p:cNvSpPr>
            <a:spLocks xmlns:a="http://schemas.openxmlformats.org/drawingml/2006/main" noGrp="1"/>
          </p:cNvSpPr>
          <p:nvPr/>
        </p:nvSpPr>
        <p:spPr>
          <a:xfrm xmlns:a="http://schemas.openxmlformats.org/drawingml/2006/main">
            <a:off x="4810125" y="3267075"/>
            <a:ext cx="28575" cy="361950"/>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27" name="slide-10-process-node-1">
            <a:extLst xmlns:a="http://schemas.openxmlformats.org/drawingml/2006/main">
              <a:ext uri="{FF2B5EF4-FFF2-40B4-BE49-F238E27FC236}">
                <a16:creationId xmlns:a16="http://schemas.microsoft.com/office/drawing/2014/main" id="{2D67E169-BF7A-4C77-BEA6-258394189030}"/>
              </a:ext>
            </a:extLst>
          </p:cNvPr>
          <p:cNvSpPr>
            <a:spLocks xmlns:a="http://schemas.openxmlformats.org/drawingml/2006/main" noGrp="1"/>
          </p:cNvSpPr>
          <p:nvPr/>
        </p:nvSpPr>
        <p:spPr>
          <a:xfrm xmlns:a="http://schemas.openxmlformats.org/drawingml/2006/main">
            <a:off x="4619625" y="2905125"/>
            <a:ext cx="419100" cy="419100"/>
          </a:xfrm>
          <a:prstGeom xmlns:a="http://schemas.openxmlformats.org/drawingml/2006/main" prst="ellipse">
            <a:avLst/>
          </a:prstGeom>
          <a:solidFill xmlns:a="http://schemas.openxmlformats.org/drawingml/2006/main">
            <a:srgbClr val="FBFBF8"/>
          </a:solidFill>
          <a:ln xmlns:a="http://schemas.openxmlformats.org/drawingml/2006/main" w="19050">
            <a:solidFill>
              <a:srgbClr val="CBD1CA"/>
            </a:solidFill>
            <a:prstDash val="solid"/>
          </a:ln>
        </p:spPr>
      </p:sp>
      <p:sp>
        <p:nvSpPr>
          <p:cNvPr id="28" name="slide-10-process-number-1">
            <a:extLst xmlns:a="http://schemas.openxmlformats.org/drawingml/2006/main">
              <a:ext uri="{FF2B5EF4-FFF2-40B4-BE49-F238E27FC236}">
                <a16:creationId xmlns:a16="http://schemas.microsoft.com/office/drawing/2014/main" id="{22AE2991-5576-4C40-8A52-86ABBEE8EC3B}"/>
              </a:ext>
            </a:extLst>
          </p:cNvPr>
          <p:cNvSpPr>
            <a:spLocks xmlns:a="http://schemas.openxmlformats.org/drawingml/2006/main" noGrp="1"/>
          </p:cNvSpPr>
          <p:nvPr/>
        </p:nvSpPr>
        <p:spPr>
          <a:xfrm xmlns:a="http://schemas.openxmlformats.org/drawingml/2006/main">
            <a:off x="4733925" y="3000375"/>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64706A"/>
                </a:solidFill>
                <a:latin typeface="Helvetica Neue"/>
                <a:ea typeface="Helvetica Neue"/>
                <a:cs typeface="Helvetica Neue"/>
              </a:defRPr>
            </a:pPr>
            <a:r>
              <a:rPr sz="1275" b="1">
                <a:solidFill>
                  <a:srgbClr val="64706A"/>
                </a:solidFill>
                <a:latin typeface="Helvetica Neue"/>
                <a:ea typeface="Helvetica Neue"/>
                <a:cs typeface="Helvetica Neue"/>
              </a:rPr>
              <a:t>2</a:t>
            </a:r>
          </a:p>
        </p:txBody>
      </p:sp>
      <p:sp>
        <p:nvSpPr>
          <p:cNvPr id="29" name="slide-10-process-label-1">
            <a:extLst xmlns:a="http://schemas.openxmlformats.org/drawingml/2006/main">
              <a:ext uri="{FF2B5EF4-FFF2-40B4-BE49-F238E27FC236}">
                <a16:creationId xmlns:a16="http://schemas.microsoft.com/office/drawing/2014/main" id="{7E69252C-2DBA-491D-9A31-D775D5C3B8DC}"/>
              </a:ext>
            </a:extLst>
          </p:cNvPr>
          <p:cNvSpPr>
            <a:spLocks xmlns:a="http://schemas.openxmlformats.org/drawingml/2006/main" noGrp="1"/>
          </p:cNvSpPr>
          <p:nvPr/>
        </p:nvSpPr>
        <p:spPr>
          <a:xfrm xmlns:a="http://schemas.openxmlformats.org/drawingml/2006/main">
            <a:off x="5191125" y="29622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F2925"/>
                </a:solidFill>
                <a:latin typeface="Helvetica Neue"/>
                <a:ea typeface="Helvetica Neue"/>
                <a:cs typeface="Helvetica Neue"/>
              </a:defRPr>
            </a:pPr>
            <a:r>
              <a:rPr sz="1350" b="1">
                <a:solidFill>
                  <a:srgbClr val="1F2925"/>
                </a:solidFill>
                <a:latin typeface="Helvetica Neue"/>
                <a:ea typeface="Helvetica Neue"/>
                <a:cs typeface="Helvetica Neue"/>
              </a:rPr>
              <a:t>Minimize private data</a:t>
            </a:r>
          </a:p>
        </p:txBody>
      </p:sp>
      <p:sp>
        <p:nvSpPr>
          <p:cNvPr id="30" name="slide-10-process-link-2">
            <a:extLst xmlns:a="http://schemas.openxmlformats.org/drawingml/2006/main">
              <a:ext uri="{FF2B5EF4-FFF2-40B4-BE49-F238E27FC236}">
                <a16:creationId xmlns:a16="http://schemas.microsoft.com/office/drawing/2014/main" id="{94E3B72D-4ED8-4424-A2A1-C45088A532A3}"/>
              </a:ext>
            </a:extLst>
          </p:cNvPr>
          <p:cNvSpPr>
            <a:spLocks xmlns:a="http://schemas.openxmlformats.org/drawingml/2006/main" noGrp="1"/>
          </p:cNvSpPr>
          <p:nvPr/>
        </p:nvSpPr>
        <p:spPr>
          <a:xfrm xmlns:a="http://schemas.openxmlformats.org/drawingml/2006/main">
            <a:off x="4810125" y="3886200"/>
            <a:ext cx="28575" cy="361950"/>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31" name="slide-10-process-node-2">
            <a:extLst xmlns:a="http://schemas.openxmlformats.org/drawingml/2006/main">
              <a:ext uri="{FF2B5EF4-FFF2-40B4-BE49-F238E27FC236}">
                <a16:creationId xmlns:a16="http://schemas.microsoft.com/office/drawing/2014/main" id="{A74BCF4C-146A-4F4C-BEE7-6A3446FABAFB}"/>
              </a:ext>
            </a:extLst>
          </p:cNvPr>
          <p:cNvSpPr>
            <a:spLocks xmlns:a="http://schemas.openxmlformats.org/drawingml/2006/main" noGrp="1"/>
          </p:cNvSpPr>
          <p:nvPr/>
        </p:nvSpPr>
        <p:spPr>
          <a:xfrm xmlns:a="http://schemas.openxmlformats.org/drawingml/2006/main">
            <a:off x="4619625" y="3524250"/>
            <a:ext cx="419100" cy="419100"/>
          </a:xfrm>
          <a:prstGeom xmlns:a="http://schemas.openxmlformats.org/drawingml/2006/main" prst="ellipse">
            <a:avLst/>
          </a:prstGeom>
          <a:solidFill xmlns:a="http://schemas.openxmlformats.org/drawingml/2006/main">
            <a:srgbClr val="FBFBF8"/>
          </a:solidFill>
          <a:ln xmlns:a="http://schemas.openxmlformats.org/drawingml/2006/main" w="19050">
            <a:solidFill>
              <a:srgbClr val="CBD1CA"/>
            </a:solidFill>
            <a:prstDash val="solid"/>
          </a:ln>
        </p:spPr>
      </p:sp>
      <p:sp>
        <p:nvSpPr>
          <p:cNvPr id="32" name="slide-10-process-number-2">
            <a:extLst xmlns:a="http://schemas.openxmlformats.org/drawingml/2006/main">
              <a:ext uri="{FF2B5EF4-FFF2-40B4-BE49-F238E27FC236}">
                <a16:creationId xmlns:a16="http://schemas.microsoft.com/office/drawing/2014/main" id="{28BBA3ED-3728-4229-919F-98DDAEFCB6AE}"/>
              </a:ext>
            </a:extLst>
          </p:cNvPr>
          <p:cNvSpPr>
            <a:spLocks xmlns:a="http://schemas.openxmlformats.org/drawingml/2006/main" noGrp="1"/>
          </p:cNvSpPr>
          <p:nvPr/>
        </p:nvSpPr>
        <p:spPr>
          <a:xfrm xmlns:a="http://schemas.openxmlformats.org/drawingml/2006/main">
            <a:off x="4733925" y="36195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64706A"/>
                </a:solidFill>
                <a:latin typeface="Helvetica Neue"/>
                <a:ea typeface="Helvetica Neue"/>
                <a:cs typeface="Helvetica Neue"/>
              </a:defRPr>
            </a:pPr>
            <a:r>
              <a:rPr sz="1275" b="1">
                <a:solidFill>
                  <a:srgbClr val="64706A"/>
                </a:solidFill>
                <a:latin typeface="Helvetica Neue"/>
                <a:ea typeface="Helvetica Neue"/>
                <a:cs typeface="Helvetica Neue"/>
              </a:rPr>
              <a:t>3</a:t>
            </a:r>
          </a:p>
        </p:txBody>
      </p:sp>
      <p:sp>
        <p:nvSpPr>
          <p:cNvPr id="33" name="slide-10-process-label-2">
            <a:extLst xmlns:a="http://schemas.openxmlformats.org/drawingml/2006/main">
              <a:ext uri="{FF2B5EF4-FFF2-40B4-BE49-F238E27FC236}">
                <a16:creationId xmlns:a16="http://schemas.microsoft.com/office/drawing/2014/main" id="{E70ECDD9-7746-454E-90B3-BD7198F7093E}"/>
              </a:ext>
            </a:extLst>
          </p:cNvPr>
          <p:cNvSpPr>
            <a:spLocks xmlns:a="http://schemas.openxmlformats.org/drawingml/2006/main" noGrp="1"/>
          </p:cNvSpPr>
          <p:nvPr/>
        </p:nvSpPr>
        <p:spPr>
          <a:xfrm xmlns:a="http://schemas.openxmlformats.org/drawingml/2006/main">
            <a:off x="5191125" y="35814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F2925"/>
                </a:solidFill>
                <a:latin typeface="Helvetica Neue"/>
                <a:ea typeface="Helvetica Neue"/>
                <a:cs typeface="Helvetica Neue"/>
              </a:defRPr>
            </a:pPr>
            <a:r>
              <a:rPr sz="1350" b="1">
                <a:solidFill>
                  <a:srgbClr val="1F2925"/>
                </a:solidFill>
                <a:latin typeface="Helvetica Neue"/>
                <a:ea typeface="Helvetica Neue"/>
                <a:cs typeface="Helvetica Neue"/>
              </a:rPr>
              <a:t>Check context quality</a:t>
            </a:r>
          </a:p>
        </p:txBody>
      </p:sp>
      <p:sp>
        <p:nvSpPr>
          <p:cNvPr id="34" name="slide-10-process-link-3">
            <a:extLst xmlns:a="http://schemas.openxmlformats.org/drawingml/2006/main">
              <a:ext uri="{FF2B5EF4-FFF2-40B4-BE49-F238E27FC236}">
                <a16:creationId xmlns:a16="http://schemas.microsoft.com/office/drawing/2014/main" id="{5B17A6EA-322A-42BB-A01A-B6C1710D2223}"/>
              </a:ext>
            </a:extLst>
          </p:cNvPr>
          <p:cNvSpPr>
            <a:spLocks xmlns:a="http://schemas.openxmlformats.org/drawingml/2006/main" noGrp="1"/>
          </p:cNvSpPr>
          <p:nvPr/>
        </p:nvSpPr>
        <p:spPr>
          <a:xfrm xmlns:a="http://schemas.openxmlformats.org/drawingml/2006/main">
            <a:off x="4810125" y="4505325"/>
            <a:ext cx="28575" cy="361950"/>
          </a:xfrm>
          <a:prstGeom xmlns:a="http://schemas.openxmlformats.org/drawingml/2006/main" prst="rect">
            <a:avLst/>
          </a:prstGeom>
          <a:solidFill xmlns:a="http://schemas.openxmlformats.org/drawingml/2006/main">
            <a:srgbClr val="CBD1CA"/>
          </a:solidFill>
          <a:ln xmlns:a="http://schemas.openxmlformats.org/drawingml/2006/main" w="0">
            <a:solidFill>
              <a:srgbClr val="CBD1CA"/>
            </a:solidFill>
            <a:prstDash val="solid"/>
          </a:ln>
        </p:spPr>
      </p:sp>
      <p:sp>
        <p:nvSpPr>
          <p:cNvPr id="35" name="slide-10-process-node-3">
            <a:extLst xmlns:a="http://schemas.openxmlformats.org/drawingml/2006/main">
              <a:ext uri="{FF2B5EF4-FFF2-40B4-BE49-F238E27FC236}">
                <a16:creationId xmlns:a16="http://schemas.microsoft.com/office/drawing/2014/main" id="{DA8E776A-2D95-480B-9FDF-865AE55EA923}"/>
              </a:ext>
            </a:extLst>
          </p:cNvPr>
          <p:cNvSpPr>
            <a:spLocks xmlns:a="http://schemas.openxmlformats.org/drawingml/2006/main" noGrp="1"/>
          </p:cNvSpPr>
          <p:nvPr/>
        </p:nvSpPr>
        <p:spPr>
          <a:xfrm xmlns:a="http://schemas.openxmlformats.org/drawingml/2006/main">
            <a:off x="4619625" y="4143375"/>
            <a:ext cx="419100" cy="419100"/>
          </a:xfrm>
          <a:prstGeom xmlns:a="http://schemas.openxmlformats.org/drawingml/2006/main" prst="ellipse">
            <a:avLst/>
          </a:prstGeom>
          <a:solidFill xmlns:a="http://schemas.openxmlformats.org/drawingml/2006/main">
            <a:srgbClr val="FBFBF8"/>
          </a:solidFill>
          <a:ln xmlns:a="http://schemas.openxmlformats.org/drawingml/2006/main" w="19050">
            <a:solidFill>
              <a:srgbClr val="CBD1CA"/>
            </a:solidFill>
            <a:prstDash val="solid"/>
          </a:ln>
        </p:spPr>
      </p:sp>
      <p:sp>
        <p:nvSpPr>
          <p:cNvPr id="36" name="slide-10-process-number-3">
            <a:extLst xmlns:a="http://schemas.openxmlformats.org/drawingml/2006/main">
              <a:ext uri="{FF2B5EF4-FFF2-40B4-BE49-F238E27FC236}">
                <a16:creationId xmlns:a16="http://schemas.microsoft.com/office/drawing/2014/main" id="{0E0396EA-2BF0-4DB2-BD6C-F926B452F993}"/>
              </a:ext>
            </a:extLst>
          </p:cNvPr>
          <p:cNvSpPr>
            <a:spLocks xmlns:a="http://schemas.openxmlformats.org/drawingml/2006/main" noGrp="1"/>
          </p:cNvSpPr>
          <p:nvPr/>
        </p:nvSpPr>
        <p:spPr>
          <a:xfrm xmlns:a="http://schemas.openxmlformats.org/drawingml/2006/main">
            <a:off x="4733925" y="4238625"/>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64706A"/>
                </a:solidFill>
                <a:latin typeface="Helvetica Neue"/>
                <a:ea typeface="Helvetica Neue"/>
                <a:cs typeface="Helvetica Neue"/>
              </a:defRPr>
            </a:pPr>
            <a:r>
              <a:rPr sz="1275" b="1">
                <a:solidFill>
                  <a:srgbClr val="64706A"/>
                </a:solidFill>
                <a:latin typeface="Helvetica Neue"/>
                <a:ea typeface="Helvetica Neue"/>
                <a:cs typeface="Helvetica Neue"/>
              </a:rPr>
              <a:t>4</a:t>
            </a:r>
          </a:p>
        </p:txBody>
      </p:sp>
      <p:sp>
        <p:nvSpPr>
          <p:cNvPr id="37" name="slide-10-process-label-3">
            <a:extLst xmlns:a="http://schemas.openxmlformats.org/drawingml/2006/main">
              <a:ext uri="{FF2B5EF4-FFF2-40B4-BE49-F238E27FC236}">
                <a16:creationId xmlns:a16="http://schemas.microsoft.com/office/drawing/2014/main" id="{B89A7443-3CD0-4484-A7BF-E740113A0154}"/>
              </a:ext>
            </a:extLst>
          </p:cNvPr>
          <p:cNvSpPr>
            <a:spLocks xmlns:a="http://schemas.openxmlformats.org/drawingml/2006/main" noGrp="1"/>
          </p:cNvSpPr>
          <p:nvPr/>
        </p:nvSpPr>
        <p:spPr>
          <a:xfrm xmlns:a="http://schemas.openxmlformats.org/drawingml/2006/main">
            <a:off x="5191125" y="42005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F2925"/>
                </a:solidFill>
                <a:latin typeface="Helvetica Neue"/>
                <a:ea typeface="Helvetica Neue"/>
                <a:cs typeface="Helvetica Neue"/>
              </a:defRPr>
            </a:pPr>
            <a:r>
              <a:rPr sz="1350" b="1">
                <a:solidFill>
                  <a:srgbClr val="1F2925"/>
                </a:solidFill>
                <a:latin typeface="Helvetica Neue"/>
                <a:ea typeface="Helvetica Neue"/>
                <a:cs typeface="Helvetica Neue"/>
              </a:rPr>
              <a:t>Merge question signals</a:t>
            </a:r>
          </a:p>
        </p:txBody>
      </p:sp>
      <p:sp>
        <p:nvSpPr>
          <p:cNvPr id="38" name="slide-10-process-node-4">
            <a:extLst xmlns:a="http://schemas.openxmlformats.org/drawingml/2006/main">
              <a:ext uri="{FF2B5EF4-FFF2-40B4-BE49-F238E27FC236}">
                <a16:creationId xmlns:a16="http://schemas.microsoft.com/office/drawing/2014/main" id="{6334FD8D-CA29-45B8-8CF0-38D8659D9421}"/>
              </a:ext>
            </a:extLst>
          </p:cNvPr>
          <p:cNvSpPr>
            <a:spLocks xmlns:a="http://schemas.openxmlformats.org/drawingml/2006/main" noGrp="1"/>
          </p:cNvSpPr>
          <p:nvPr/>
        </p:nvSpPr>
        <p:spPr>
          <a:xfrm xmlns:a="http://schemas.openxmlformats.org/drawingml/2006/main">
            <a:off x="4619625" y="4762500"/>
            <a:ext cx="419100" cy="419100"/>
          </a:xfrm>
          <a:prstGeom xmlns:a="http://schemas.openxmlformats.org/drawingml/2006/main" prst="ellipse">
            <a:avLst/>
          </a:prstGeom>
          <a:solidFill xmlns:a="http://schemas.openxmlformats.org/drawingml/2006/main">
            <a:srgbClr val="4B8F78"/>
          </a:solidFill>
          <a:ln xmlns:a="http://schemas.openxmlformats.org/drawingml/2006/main" w="19050">
            <a:solidFill>
              <a:srgbClr val="4B8F78"/>
            </a:solidFill>
            <a:prstDash val="solid"/>
          </a:ln>
        </p:spPr>
      </p:sp>
      <p:sp>
        <p:nvSpPr>
          <p:cNvPr id="39" name="slide-10-process-number-4">
            <a:extLst xmlns:a="http://schemas.openxmlformats.org/drawingml/2006/main">
              <a:ext uri="{FF2B5EF4-FFF2-40B4-BE49-F238E27FC236}">
                <a16:creationId xmlns:a16="http://schemas.microsoft.com/office/drawing/2014/main" id="{81463BA7-3D1D-4B8F-ADF3-3848F14BA2A8}"/>
              </a:ext>
            </a:extLst>
          </p:cNvPr>
          <p:cNvSpPr>
            <a:spLocks xmlns:a="http://schemas.openxmlformats.org/drawingml/2006/main" noGrp="1"/>
          </p:cNvSpPr>
          <p:nvPr/>
        </p:nvSpPr>
        <p:spPr>
          <a:xfrm xmlns:a="http://schemas.openxmlformats.org/drawingml/2006/main">
            <a:off x="4733925" y="48577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5</a:t>
            </a:r>
          </a:p>
        </p:txBody>
      </p:sp>
      <p:sp>
        <p:nvSpPr>
          <p:cNvPr id="40" name="slide-10-process-label-4">
            <a:extLst xmlns:a="http://schemas.openxmlformats.org/drawingml/2006/main">
              <a:ext uri="{FF2B5EF4-FFF2-40B4-BE49-F238E27FC236}">
                <a16:creationId xmlns:a16="http://schemas.microsoft.com/office/drawing/2014/main" id="{DB771412-7A8A-46A3-B160-E613A2B4E27F}"/>
              </a:ext>
            </a:extLst>
          </p:cNvPr>
          <p:cNvSpPr>
            <a:spLocks xmlns:a="http://schemas.openxmlformats.org/drawingml/2006/main" noGrp="1"/>
          </p:cNvSpPr>
          <p:nvPr/>
        </p:nvSpPr>
        <p:spPr>
          <a:xfrm xmlns:a="http://schemas.openxmlformats.org/drawingml/2006/main">
            <a:off x="5191125" y="4819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F2925"/>
                </a:solidFill>
                <a:latin typeface="Helvetica Neue"/>
                <a:ea typeface="Helvetica Neue"/>
                <a:cs typeface="Helvetica Neue"/>
              </a:defRPr>
            </a:pPr>
            <a:r>
              <a:rPr sz="1350" b="1">
                <a:solidFill>
                  <a:srgbClr val="1F2925"/>
                </a:solidFill>
                <a:latin typeface="Helvetica Neue"/>
                <a:ea typeface="Helvetica Neue"/>
                <a:cs typeface="Helvetica Neue"/>
              </a:rPr>
              <a:t>Route and select evidence</a:t>
            </a:r>
          </a:p>
        </p:txBody>
      </p:sp>
      <p:sp>
        <p:nvSpPr>
          <p:cNvPr id="41" name="slide-10-packet-heading">
            <a:extLst xmlns:a="http://schemas.openxmlformats.org/drawingml/2006/main">
              <a:ext uri="{FF2B5EF4-FFF2-40B4-BE49-F238E27FC236}">
                <a16:creationId xmlns:a16="http://schemas.microsoft.com/office/drawing/2014/main" id="{31C6FE89-104D-4BDF-ACB0-9B1C4376E1CE}"/>
              </a:ext>
            </a:extLst>
          </p:cNvPr>
          <p:cNvSpPr>
            <a:spLocks xmlns:a="http://schemas.openxmlformats.org/drawingml/2006/main" noGrp="1"/>
          </p:cNvSpPr>
          <p:nvPr/>
        </p:nvSpPr>
        <p:spPr>
          <a:xfrm xmlns:a="http://schemas.openxmlformats.org/drawingml/2006/main">
            <a:off x="8020050" y="1571625"/>
            <a:ext cx="36480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B85C4A"/>
                </a:solidFill>
                <a:latin typeface="Helvetica Neue"/>
                <a:ea typeface="Helvetica Neue"/>
                <a:cs typeface="Helvetica Neue"/>
              </a:defRPr>
            </a:pPr>
            <a:r>
              <a:rPr sz="1950" b="1">
                <a:solidFill>
                  <a:srgbClr val="B85C4A"/>
                </a:solidFill>
                <a:latin typeface="Helvetica Neue"/>
                <a:ea typeface="Helvetica Neue"/>
                <a:cs typeface="Helvetica Neue"/>
              </a:rPr>
              <a:t>Bounded context packet</a:t>
            </a:r>
          </a:p>
        </p:txBody>
      </p:sp>
      <p:sp>
        <p:nvSpPr>
          <p:cNvPr id="42" name="slide-10-packet-rule">
            <a:extLst xmlns:a="http://schemas.openxmlformats.org/drawingml/2006/main">
              <a:ext uri="{FF2B5EF4-FFF2-40B4-BE49-F238E27FC236}">
                <a16:creationId xmlns:a16="http://schemas.microsoft.com/office/drawing/2014/main" id="{101A3187-E791-4E67-8572-23504AC15581}"/>
              </a:ext>
            </a:extLst>
          </p:cNvPr>
          <p:cNvSpPr>
            <a:spLocks xmlns:a="http://schemas.openxmlformats.org/drawingml/2006/main" noGrp="1"/>
          </p:cNvSpPr>
          <p:nvPr/>
        </p:nvSpPr>
        <p:spPr>
          <a:xfrm xmlns:a="http://schemas.openxmlformats.org/drawingml/2006/main">
            <a:off x="8020050" y="2000250"/>
            <a:ext cx="3648075" cy="38100"/>
          </a:xfrm>
          <a:prstGeom xmlns:a="http://schemas.openxmlformats.org/drawingml/2006/main" prst="rect">
            <a:avLst/>
          </a:prstGeom>
          <a:solidFill xmlns:a="http://schemas.openxmlformats.org/drawingml/2006/main">
            <a:srgbClr val="B85C4A"/>
          </a:solidFill>
          <a:ln xmlns:a="http://schemas.openxmlformats.org/drawingml/2006/main" w="0">
            <a:solidFill>
              <a:srgbClr val="B85C4A"/>
            </a:solidFill>
            <a:prstDash val="solid"/>
          </a:ln>
        </p:spPr>
      </p:sp>
      <p:sp>
        <p:nvSpPr>
          <p:cNvPr id="43" name="slide-10-benchmark-band">
            <a:extLst xmlns:a="http://schemas.openxmlformats.org/drawingml/2006/main">
              <a:ext uri="{FF2B5EF4-FFF2-40B4-BE49-F238E27FC236}">
                <a16:creationId xmlns:a16="http://schemas.microsoft.com/office/drawing/2014/main" id="{54B2E7CC-808B-464E-B627-0C61F71F8D37}"/>
              </a:ext>
            </a:extLst>
          </p:cNvPr>
          <p:cNvSpPr>
            <a:spLocks xmlns:a="http://schemas.openxmlformats.org/drawingml/2006/main" noGrp="1"/>
          </p:cNvSpPr>
          <p:nvPr/>
        </p:nvSpPr>
        <p:spPr>
          <a:xfrm xmlns:a="http://schemas.openxmlformats.org/drawingml/2006/main">
            <a:off x="8020050" y="2209800"/>
            <a:ext cx="3648075" cy="876300"/>
          </a:xfrm>
          <a:prstGeom xmlns:a="http://schemas.openxmlformats.org/drawingml/2006/main" prst="rect">
            <a:avLst/>
          </a:prstGeom>
          <a:solidFill xmlns:a="http://schemas.openxmlformats.org/drawingml/2006/main">
            <a:srgbClr val="EAF3F6"/>
          </a:solidFill>
          <a:ln xmlns:a="http://schemas.openxmlformats.org/drawingml/2006/main" w="0">
            <a:solidFill>
              <a:srgbClr val="EAF3F6"/>
            </a:solidFill>
            <a:prstDash val="solid"/>
          </a:ln>
        </p:spPr>
      </p:sp>
      <p:sp>
        <p:nvSpPr>
          <p:cNvPr id="44" name="slide-10-benchmark-label">
            <a:extLst xmlns:a="http://schemas.openxmlformats.org/drawingml/2006/main">
              <a:ext uri="{FF2B5EF4-FFF2-40B4-BE49-F238E27FC236}">
                <a16:creationId xmlns:a16="http://schemas.microsoft.com/office/drawing/2014/main" id="{410223A6-B7C3-413D-B714-4BC1DF3A39A0}"/>
              </a:ext>
            </a:extLst>
          </p:cNvPr>
          <p:cNvSpPr>
            <a:spLocks xmlns:a="http://schemas.openxmlformats.org/drawingml/2006/main" noGrp="1"/>
          </p:cNvSpPr>
          <p:nvPr/>
        </p:nvSpPr>
        <p:spPr>
          <a:xfrm xmlns:a="http://schemas.openxmlformats.org/drawingml/2006/main">
            <a:off x="8210550" y="2362200"/>
            <a:ext cx="32670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2F6F8F"/>
                </a:solidFill>
                <a:latin typeface="Helvetica Neue"/>
                <a:ea typeface="Helvetica Neue"/>
                <a:cs typeface="Helvetica Neue"/>
              </a:defRPr>
            </a:pPr>
            <a:r>
              <a:rPr sz="1500" b="1">
                <a:solidFill>
                  <a:srgbClr val="2F6F8F"/>
                </a:solidFill>
                <a:latin typeface="Helvetica Neue"/>
                <a:ea typeface="Helvetica Neue"/>
                <a:cs typeface="Helvetica Neue"/>
              </a:rPr>
              <a:t>Benchmark field arm</a:t>
            </a:r>
          </a:p>
        </p:txBody>
      </p:sp>
      <p:sp>
        <p:nvSpPr>
          <p:cNvPr id="45" name="slide-10-benchmark-fields">
            <a:extLst xmlns:a="http://schemas.openxmlformats.org/drawingml/2006/main">
              <a:ext uri="{FF2B5EF4-FFF2-40B4-BE49-F238E27FC236}">
                <a16:creationId xmlns:a16="http://schemas.microsoft.com/office/drawing/2014/main" id="{8075822E-28B4-40ED-B158-982CC780F115}"/>
              </a:ext>
            </a:extLst>
          </p:cNvPr>
          <p:cNvSpPr>
            <a:spLocks xmlns:a="http://schemas.openxmlformats.org/drawingml/2006/main" noGrp="1"/>
          </p:cNvSpPr>
          <p:nvPr/>
        </p:nvSpPr>
        <p:spPr>
          <a:xfrm xmlns:a="http://schemas.openxmlformats.org/drawingml/2006/main">
            <a:off x="8210550" y="2686050"/>
            <a:ext cx="32670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F2925"/>
                </a:solidFill>
                <a:latin typeface="Helvetica Neue"/>
                <a:ea typeface="Helvetica Neue"/>
                <a:cs typeface="Helvetica Neue"/>
              </a:defRPr>
            </a:pPr>
            <a:r>
              <a:rPr sz="1275" b="0">
                <a:solidFill>
                  <a:srgbClr val="1F2925"/>
                </a:solidFill>
                <a:latin typeface="Helvetica Neue"/>
                <a:ea typeface="Helvetica Neue"/>
                <a:cs typeface="Helvetica Neue"/>
              </a:rPr>
              <a:t>crop · region · province · management notes</a:t>
            </a:r>
          </a:p>
        </p:txBody>
      </p:sp>
      <p:sp>
        <p:nvSpPr>
          <p:cNvPr id="46" name="slide-10-full-label">
            <a:extLst xmlns:a="http://schemas.openxmlformats.org/drawingml/2006/main">
              <a:ext uri="{FF2B5EF4-FFF2-40B4-BE49-F238E27FC236}">
                <a16:creationId xmlns:a16="http://schemas.microsoft.com/office/drawing/2014/main" id="{C14CC534-0601-4FB0-AD73-1870ED40B9E1}"/>
              </a:ext>
            </a:extLst>
          </p:cNvPr>
          <p:cNvSpPr>
            <a:spLocks xmlns:a="http://schemas.openxmlformats.org/drawingml/2006/main" noGrp="1"/>
          </p:cNvSpPr>
          <p:nvPr/>
        </p:nvSpPr>
        <p:spPr>
          <a:xfrm xmlns:a="http://schemas.openxmlformats.org/drawingml/2006/main">
            <a:off x="8020050" y="3333750"/>
            <a:ext cx="3648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F2925"/>
                </a:solidFill>
                <a:latin typeface="Helvetica Neue"/>
                <a:ea typeface="Helvetica Neue"/>
                <a:cs typeface="Helvetica Neue"/>
              </a:defRPr>
            </a:pPr>
            <a:r>
              <a:rPr sz="1575" b="1">
                <a:solidFill>
                  <a:srgbClr val="1F2925"/>
                </a:solidFill>
                <a:latin typeface="Helvetica Neue"/>
                <a:ea typeface="Helvetica Neue"/>
                <a:cs typeface="Helvetica Neue"/>
              </a:rPr>
              <a:t>Full agent adds—within budget</a:t>
            </a:r>
          </a:p>
        </p:txBody>
      </p:sp>
      <p:sp>
        <p:nvSpPr>
          <p:cNvPr id="47" name="slide-10-packet-dot-0">
            <a:extLst xmlns:a="http://schemas.openxmlformats.org/drawingml/2006/main">
              <a:ext uri="{FF2B5EF4-FFF2-40B4-BE49-F238E27FC236}">
                <a16:creationId xmlns:a16="http://schemas.microsoft.com/office/drawing/2014/main" id="{0DB6CB2E-ECAD-428B-94C2-B2835A018C0E}"/>
              </a:ext>
            </a:extLst>
          </p:cNvPr>
          <p:cNvSpPr>
            <a:spLocks xmlns:a="http://schemas.openxmlformats.org/drawingml/2006/main" noGrp="1"/>
          </p:cNvSpPr>
          <p:nvPr/>
        </p:nvSpPr>
        <p:spPr>
          <a:xfrm xmlns:a="http://schemas.openxmlformats.org/drawingml/2006/main">
            <a:off x="8048625" y="3790950"/>
            <a:ext cx="95250" cy="95250"/>
          </a:xfrm>
          <a:prstGeom xmlns:a="http://schemas.openxmlformats.org/drawingml/2006/main" prst="ellipse">
            <a:avLst/>
          </a:prstGeom>
          <a:solidFill xmlns:a="http://schemas.openxmlformats.org/drawingml/2006/main">
            <a:srgbClr val="B85C4A"/>
          </a:solidFill>
          <a:ln xmlns:a="http://schemas.openxmlformats.org/drawingml/2006/main" w="0">
            <a:solidFill>
              <a:srgbClr val="B85C4A"/>
            </a:solidFill>
            <a:prstDash val="solid"/>
          </a:ln>
        </p:spPr>
      </p:sp>
      <p:sp>
        <p:nvSpPr>
          <p:cNvPr id="48" name="slide-10-packet-item-0">
            <a:extLst xmlns:a="http://schemas.openxmlformats.org/drawingml/2006/main">
              <a:ext uri="{FF2B5EF4-FFF2-40B4-BE49-F238E27FC236}">
                <a16:creationId xmlns:a16="http://schemas.microsoft.com/office/drawing/2014/main" id="{8DA641DB-B198-4EB6-93D3-B52FF8771F0E}"/>
              </a:ext>
            </a:extLst>
          </p:cNvPr>
          <p:cNvSpPr>
            <a:spLocks xmlns:a="http://schemas.openxmlformats.org/drawingml/2006/main" noGrp="1"/>
          </p:cNvSpPr>
          <p:nvPr/>
        </p:nvSpPr>
        <p:spPr>
          <a:xfrm xmlns:a="http://schemas.openxmlformats.org/drawingml/2006/main">
            <a:off x="8267700" y="3733800"/>
            <a:ext cx="3209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4706A"/>
                </a:solidFill>
                <a:latin typeface="Helvetica Neue"/>
                <a:ea typeface="Helvetica Neue"/>
                <a:cs typeface="Helvetica Neue"/>
              </a:defRPr>
            </a:pPr>
            <a:r>
              <a:rPr sz="1275" b="0">
                <a:solidFill>
                  <a:srgbClr val="64706A"/>
                </a:solidFill>
                <a:latin typeface="Helvetica Neue"/>
                <a:ea typeface="Helvetica Neue"/>
                <a:cs typeface="Helvetica Neue"/>
              </a:rPr>
              <a:t>Safety and jurisdiction boundaries</a:t>
            </a:r>
          </a:p>
        </p:txBody>
      </p:sp>
      <p:sp>
        <p:nvSpPr>
          <p:cNvPr id="49" name="slide-10-packet-dot-1">
            <a:extLst xmlns:a="http://schemas.openxmlformats.org/drawingml/2006/main">
              <a:ext uri="{FF2B5EF4-FFF2-40B4-BE49-F238E27FC236}">
                <a16:creationId xmlns:a16="http://schemas.microsoft.com/office/drawing/2014/main" id="{DED57511-E5E2-47A3-8F6C-9D2674C2C268}"/>
              </a:ext>
            </a:extLst>
          </p:cNvPr>
          <p:cNvSpPr>
            <a:spLocks xmlns:a="http://schemas.openxmlformats.org/drawingml/2006/main" noGrp="1"/>
          </p:cNvSpPr>
          <p:nvPr/>
        </p:nvSpPr>
        <p:spPr>
          <a:xfrm xmlns:a="http://schemas.openxmlformats.org/drawingml/2006/main">
            <a:off x="8048625" y="4162425"/>
            <a:ext cx="95250" cy="95250"/>
          </a:xfrm>
          <a:prstGeom xmlns:a="http://schemas.openxmlformats.org/drawingml/2006/main" prst="ellipse">
            <a:avLst/>
          </a:prstGeom>
          <a:solidFill xmlns:a="http://schemas.openxmlformats.org/drawingml/2006/main">
            <a:srgbClr val="B85C4A"/>
          </a:solidFill>
          <a:ln xmlns:a="http://schemas.openxmlformats.org/drawingml/2006/main" w="0">
            <a:solidFill>
              <a:srgbClr val="B85C4A"/>
            </a:solidFill>
            <a:prstDash val="solid"/>
          </a:ln>
        </p:spPr>
      </p:sp>
      <p:sp>
        <p:nvSpPr>
          <p:cNvPr id="50" name="slide-10-packet-item-1">
            <a:extLst xmlns:a="http://schemas.openxmlformats.org/drawingml/2006/main">
              <a:ext uri="{FF2B5EF4-FFF2-40B4-BE49-F238E27FC236}">
                <a16:creationId xmlns:a16="http://schemas.microsoft.com/office/drawing/2014/main" id="{C498CFEF-0189-4B9D-A585-4C5A11321479}"/>
              </a:ext>
            </a:extLst>
          </p:cNvPr>
          <p:cNvSpPr>
            <a:spLocks xmlns:a="http://schemas.openxmlformats.org/drawingml/2006/main" noGrp="1"/>
          </p:cNvSpPr>
          <p:nvPr/>
        </p:nvSpPr>
        <p:spPr>
          <a:xfrm xmlns:a="http://schemas.openxmlformats.org/drawingml/2006/main">
            <a:off x="8267700" y="4105275"/>
            <a:ext cx="3209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4706A"/>
                </a:solidFill>
                <a:latin typeface="Helvetica Neue"/>
                <a:ea typeface="Helvetica Neue"/>
                <a:cs typeface="Helvetica Neue"/>
              </a:defRPr>
            </a:pPr>
            <a:r>
              <a:rPr sz="1275" b="0">
                <a:solidFill>
                  <a:srgbClr val="64706A"/>
                </a:solidFill>
                <a:latin typeface="Helvetica Neue"/>
                <a:ea typeface="Helvetica Neue"/>
                <a:cs typeface="Helvetica Neue"/>
              </a:rPr>
              <a:t>Decision route and guard state</a:t>
            </a:r>
          </a:p>
        </p:txBody>
      </p:sp>
      <p:sp>
        <p:nvSpPr>
          <p:cNvPr id="51" name="slide-10-packet-dot-2">
            <a:extLst xmlns:a="http://schemas.openxmlformats.org/drawingml/2006/main">
              <a:ext uri="{FF2B5EF4-FFF2-40B4-BE49-F238E27FC236}">
                <a16:creationId xmlns:a16="http://schemas.microsoft.com/office/drawing/2014/main" id="{7FACA8E9-7004-424C-A1B6-0A339118829C}"/>
              </a:ext>
            </a:extLst>
          </p:cNvPr>
          <p:cNvSpPr>
            <a:spLocks xmlns:a="http://schemas.openxmlformats.org/drawingml/2006/main" noGrp="1"/>
          </p:cNvSpPr>
          <p:nvPr/>
        </p:nvSpPr>
        <p:spPr>
          <a:xfrm xmlns:a="http://schemas.openxmlformats.org/drawingml/2006/main">
            <a:off x="8048625" y="4533900"/>
            <a:ext cx="95250" cy="95250"/>
          </a:xfrm>
          <a:prstGeom xmlns:a="http://schemas.openxmlformats.org/drawingml/2006/main" prst="ellipse">
            <a:avLst/>
          </a:prstGeom>
          <a:solidFill xmlns:a="http://schemas.openxmlformats.org/drawingml/2006/main">
            <a:srgbClr val="B85C4A"/>
          </a:solidFill>
          <a:ln xmlns:a="http://schemas.openxmlformats.org/drawingml/2006/main" w="0">
            <a:solidFill>
              <a:srgbClr val="B85C4A"/>
            </a:solidFill>
            <a:prstDash val="solid"/>
          </a:ln>
        </p:spPr>
      </p:sp>
      <p:sp>
        <p:nvSpPr>
          <p:cNvPr id="52" name="slide-10-packet-item-2">
            <a:extLst xmlns:a="http://schemas.openxmlformats.org/drawingml/2006/main">
              <a:ext uri="{FF2B5EF4-FFF2-40B4-BE49-F238E27FC236}">
                <a16:creationId xmlns:a16="http://schemas.microsoft.com/office/drawing/2014/main" id="{8AA10E8C-E033-457C-BF51-FE769AFEF341}"/>
              </a:ext>
            </a:extLst>
          </p:cNvPr>
          <p:cNvSpPr>
            <a:spLocks xmlns:a="http://schemas.openxmlformats.org/drawingml/2006/main" noGrp="1"/>
          </p:cNvSpPr>
          <p:nvPr/>
        </p:nvSpPr>
        <p:spPr>
          <a:xfrm xmlns:a="http://schemas.openxmlformats.org/drawingml/2006/main">
            <a:off x="8267700" y="4476750"/>
            <a:ext cx="3209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4706A"/>
                </a:solidFill>
                <a:latin typeface="Helvetica Neue"/>
                <a:ea typeface="Helvetica Neue"/>
                <a:cs typeface="Helvetica Neue"/>
              </a:defRPr>
            </a:pPr>
            <a:r>
              <a:rPr sz="1275" b="0">
                <a:solidFill>
                  <a:srgbClr val="64706A"/>
                </a:solidFill>
                <a:latin typeface="Helvetica Neue"/>
                <a:ea typeface="Helvetica Neue"/>
                <a:cs typeface="Helvetica Neue"/>
              </a:rPr>
              <a:t>Primary, boundary and regional evidence</a:t>
            </a:r>
          </a:p>
        </p:txBody>
      </p:sp>
      <p:sp>
        <p:nvSpPr>
          <p:cNvPr id="53" name="slide-10-packet-dot-3">
            <a:extLst xmlns:a="http://schemas.openxmlformats.org/drawingml/2006/main">
              <a:ext uri="{FF2B5EF4-FFF2-40B4-BE49-F238E27FC236}">
                <a16:creationId xmlns:a16="http://schemas.microsoft.com/office/drawing/2014/main" id="{862A55BE-26C2-4679-B717-05EE90D924C2}"/>
              </a:ext>
            </a:extLst>
          </p:cNvPr>
          <p:cNvSpPr>
            <a:spLocks xmlns:a="http://schemas.openxmlformats.org/drawingml/2006/main" noGrp="1"/>
          </p:cNvSpPr>
          <p:nvPr/>
        </p:nvSpPr>
        <p:spPr>
          <a:xfrm xmlns:a="http://schemas.openxmlformats.org/drawingml/2006/main">
            <a:off x="8048625" y="4905375"/>
            <a:ext cx="95250" cy="95250"/>
          </a:xfrm>
          <a:prstGeom xmlns:a="http://schemas.openxmlformats.org/drawingml/2006/main" prst="ellipse">
            <a:avLst/>
          </a:prstGeom>
          <a:solidFill xmlns:a="http://schemas.openxmlformats.org/drawingml/2006/main">
            <a:srgbClr val="C18B36"/>
          </a:solidFill>
          <a:ln xmlns:a="http://schemas.openxmlformats.org/drawingml/2006/main" w="0">
            <a:solidFill>
              <a:srgbClr val="C18B36"/>
            </a:solidFill>
            <a:prstDash val="solid"/>
          </a:ln>
        </p:spPr>
      </p:sp>
      <p:sp>
        <p:nvSpPr>
          <p:cNvPr id="54" name="slide-10-packet-item-3">
            <a:extLst xmlns:a="http://schemas.openxmlformats.org/drawingml/2006/main">
              <a:ext uri="{FF2B5EF4-FFF2-40B4-BE49-F238E27FC236}">
                <a16:creationId xmlns:a16="http://schemas.microsoft.com/office/drawing/2014/main" id="{04303011-E694-470C-A798-2FE41F2D1C8E}"/>
              </a:ext>
            </a:extLst>
          </p:cNvPr>
          <p:cNvSpPr>
            <a:spLocks xmlns:a="http://schemas.openxmlformats.org/drawingml/2006/main" noGrp="1"/>
          </p:cNvSpPr>
          <p:nvPr/>
        </p:nvSpPr>
        <p:spPr>
          <a:xfrm xmlns:a="http://schemas.openxmlformats.org/drawingml/2006/main">
            <a:off x="8267700" y="4848225"/>
            <a:ext cx="3209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4706A"/>
                </a:solidFill>
                <a:latin typeface="Helvetica Neue"/>
                <a:ea typeface="Helvetica Neue"/>
                <a:cs typeface="Helvetica Neue"/>
              </a:defRPr>
            </a:pPr>
            <a:r>
              <a:rPr sz="1275" b="0">
                <a:solidFill>
                  <a:srgbClr val="64706A"/>
                </a:solidFill>
                <a:latin typeface="Helvetica Neue"/>
                <a:ea typeface="Helvetica Neue"/>
                <a:cs typeface="Helvetica Neue"/>
              </a:rPr>
              <a:t>SoilWise vocabulary hints</a:t>
            </a:r>
          </a:p>
        </p:txBody>
      </p:sp>
      <p:sp>
        <p:nvSpPr>
          <p:cNvPr id="55" name="slide-10-packet-dot-4">
            <a:extLst xmlns:a="http://schemas.openxmlformats.org/drawingml/2006/main">
              <a:ext uri="{FF2B5EF4-FFF2-40B4-BE49-F238E27FC236}">
                <a16:creationId xmlns:a16="http://schemas.microsoft.com/office/drawing/2014/main" id="{87CB9448-913A-46A1-9125-95B435F12B3A}"/>
              </a:ext>
            </a:extLst>
          </p:cNvPr>
          <p:cNvSpPr>
            <a:spLocks xmlns:a="http://schemas.openxmlformats.org/drawingml/2006/main" noGrp="1"/>
          </p:cNvSpPr>
          <p:nvPr/>
        </p:nvSpPr>
        <p:spPr>
          <a:xfrm xmlns:a="http://schemas.openxmlformats.org/drawingml/2006/main">
            <a:off x="8048625" y="5276850"/>
            <a:ext cx="95250" cy="95250"/>
          </a:xfrm>
          <a:prstGeom xmlns:a="http://schemas.openxmlformats.org/drawingml/2006/main" prst="ellipse">
            <a:avLst/>
          </a:prstGeom>
          <a:solidFill xmlns:a="http://schemas.openxmlformats.org/drawingml/2006/main">
            <a:srgbClr val="C18B36"/>
          </a:solidFill>
          <a:ln xmlns:a="http://schemas.openxmlformats.org/drawingml/2006/main" w="0">
            <a:solidFill>
              <a:srgbClr val="C18B36"/>
            </a:solidFill>
            <a:prstDash val="solid"/>
          </a:ln>
        </p:spPr>
      </p:sp>
      <p:sp>
        <p:nvSpPr>
          <p:cNvPr id="56" name="slide-10-packet-item-4">
            <a:extLst xmlns:a="http://schemas.openxmlformats.org/drawingml/2006/main">
              <a:ext uri="{FF2B5EF4-FFF2-40B4-BE49-F238E27FC236}">
                <a16:creationId xmlns:a16="http://schemas.microsoft.com/office/drawing/2014/main" id="{9A816B0D-B8E1-4175-841F-4000D62353DC}"/>
              </a:ext>
            </a:extLst>
          </p:cNvPr>
          <p:cNvSpPr>
            <a:spLocks xmlns:a="http://schemas.openxmlformats.org/drawingml/2006/main" noGrp="1"/>
          </p:cNvSpPr>
          <p:nvPr/>
        </p:nvSpPr>
        <p:spPr>
          <a:xfrm xmlns:a="http://schemas.openxmlformats.org/drawingml/2006/main">
            <a:off x="8267700" y="5219700"/>
            <a:ext cx="3209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4706A"/>
                </a:solidFill>
                <a:latin typeface="Helvetica Neue"/>
                <a:ea typeface="Helvetica Neue"/>
                <a:cs typeface="Helvetica Neue"/>
              </a:defRPr>
            </a:pPr>
            <a:r>
              <a:rPr sz="1275" b="0">
                <a:solidFill>
                  <a:srgbClr val="64706A"/>
                </a:solidFill>
                <a:latin typeface="Helvetica Neue"/>
                <a:ea typeface="Helvetica Neue"/>
                <a:cs typeface="Helvetica Neue"/>
              </a:rPr>
              <a:t>Answer contract and trace identifiers</a:t>
            </a:r>
          </a:p>
        </p:txBody>
      </p:sp>
      <p:sp>
        <p:nvSpPr>
          <p:cNvPr id="57" name="slide-10-output-band">
            <a:extLst xmlns:a="http://schemas.openxmlformats.org/drawingml/2006/main">
              <a:ext uri="{FF2B5EF4-FFF2-40B4-BE49-F238E27FC236}">
                <a16:creationId xmlns:a16="http://schemas.microsoft.com/office/drawing/2014/main" id="{F40A82F6-5E5C-4F75-9E14-1A34BBE2FCE5}"/>
              </a:ext>
            </a:extLst>
          </p:cNvPr>
          <p:cNvSpPr>
            <a:spLocks xmlns:a="http://schemas.openxmlformats.org/drawingml/2006/main" noGrp="1"/>
          </p:cNvSpPr>
          <p:nvPr/>
        </p:nvSpPr>
        <p:spPr>
          <a:xfrm xmlns:a="http://schemas.openxmlformats.org/drawingml/2006/main">
            <a:off x="523875" y="5657850"/>
            <a:ext cx="11144250" cy="533400"/>
          </a:xfrm>
          <a:prstGeom xmlns:a="http://schemas.openxmlformats.org/drawingml/2006/main" prst="rect">
            <a:avLst/>
          </a:prstGeom>
          <a:solidFill xmlns:a="http://schemas.openxmlformats.org/drawingml/2006/main">
            <a:srgbClr val="EEF1EC"/>
          </a:solidFill>
          <a:ln xmlns:a="http://schemas.openxmlformats.org/drawingml/2006/main" w="0">
            <a:solidFill>
              <a:srgbClr val="EEF1EC"/>
            </a:solidFill>
            <a:prstDash val="solid"/>
          </a:ln>
        </p:spPr>
      </p:sp>
      <p:sp>
        <p:nvSpPr>
          <p:cNvPr id="58" name="slide-10-output">
            <a:extLst xmlns:a="http://schemas.openxmlformats.org/drawingml/2006/main">
              <a:ext uri="{FF2B5EF4-FFF2-40B4-BE49-F238E27FC236}">
                <a16:creationId xmlns:a16="http://schemas.microsoft.com/office/drawing/2014/main" id="{9455886A-9C64-45B3-A941-66D3738EC425}"/>
              </a:ext>
            </a:extLst>
          </p:cNvPr>
          <p:cNvSpPr>
            <a:spLocks xmlns:a="http://schemas.openxmlformats.org/drawingml/2006/main" noGrp="1"/>
          </p:cNvSpPr>
          <p:nvPr/>
        </p:nvSpPr>
        <p:spPr>
          <a:xfrm xmlns:a="http://schemas.openxmlformats.org/drawingml/2006/main">
            <a:off x="809625" y="580072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F2925"/>
                </a:solidFill>
                <a:latin typeface="Helvetica Neue"/>
                <a:ea typeface="Helvetica Neue"/>
                <a:cs typeface="Helvetica Neue"/>
              </a:defRPr>
            </a:pPr>
            <a:r>
              <a:rPr sz="1650" b="1">
                <a:solidFill>
                  <a:srgbClr val="1F2925"/>
                </a:solidFill>
                <a:latin typeface="Helvetica Neue"/>
                <a:ea typeface="Helvetica Neue"/>
                <a:cs typeface="Helvetica Neue"/>
              </a:rPr>
              <a:t>Model  →  validation  →  answer + evidence trace stored against the field</a:t>
            </a:r>
          </a:p>
        </p:txBody>
      </p:sp>
      <p:sp>
        <p:nvSpPr>
          <p:cNvPr id="59" name="slide-10-footer">
            <a:extLst xmlns:a="http://schemas.openxmlformats.org/drawingml/2006/main">
              <a:ext uri="{FF2B5EF4-FFF2-40B4-BE49-F238E27FC236}">
                <a16:creationId xmlns:a16="http://schemas.microsoft.com/office/drawing/2014/main" id="{9F46E713-6BFD-46CD-9DA3-55E72F424EAE}"/>
              </a:ext>
            </a:extLst>
          </p:cNvPr>
          <p:cNvSpPr>
            <a:spLocks xmlns:a="http://schemas.openxmlformats.org/drawingml/2006/main" noGrp="1"/>
          </p:cNvSpPr>
          <p:nvPr/>
        </p:nvSpPr>
        <p:spPr>
          <a:xfrm xmlns:a="http://schemas.openxmlformats.org/drawingml/2006/main">
            <a:off x="419100" y="6286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Open Agronomy Agent</a:t>
            </a:r>
          </a:p>
        </p:txBody>
      </p:sp>
      <p:sp>
        <p:nvSpPr>
          <p:cNvPr id="60" name="slide-10-number">
            <a:extLst xmlns:a="http://schemas.openxmlformats.org/drawingml/2006/main">
              <a:ext uri="{FF2B5EF4-FFF2-40B4-BE49-F238E27FC236}">
                <a16:creationId xmlns:a16="http://schemas.microsoft.com/office/drawing/2014/main" id="{DE29B5F1-7F52-4956-A597-4B72A7B63B6E}"/>
              </a:ext>
            </a:extLst>
          </p:cNvPr>
          <p:cNvSpPr>
            <a:spLocks xmlns:a="http://schemas.openxmlformats.org/drawingml/2006/main" noGrp="1"/>
          </p:cNvSpPr>
          <p:nvPr/>
        </p:nvSpPr>
        <p:spPr>
          <a:xfrm xmlns:a="http://schemas.openxmlformats.org/drawingml/2006/main">
            <a:off x="11239500" y="62865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10</a:t>
            </a:r>
          </a:p>
        </p:txBody>
      </p:sp>
    </p:spTree>
    <p:extLst>
      <p:ext uri="{BB962C8B-B14F-4D97-AF65-F5344CB8AC3E}">
        <p14:creationId xmlns:p14="http://schemas.microsoft.com/office/powerpoint/2010/main" val="886392788"/>
      </p:ext>
    </p:extLst>
  </p:cSld>
</p:sld>
</file>

<file path=ppt/slides/slide11.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b6471600ebc4ed7"/>
          <a:stretch xmlns:a="http://schemas.openxmlformats.org/drawingml/2006/main"/>
        </p:blipFill>
        <p:spPr>
          <a:xfrm xmlns:a="http://schemas.openxmlformats.org/drawingml/2006/main">
            <a:off x="112796" y="47625"/>
            <a:ext cx="11966408" cy="6496050"/>
          </a:xfrm>
          <a:prstGeom xmlns:a="http://schemas.openxmlformats.org/drawingml/2006/main" prst="rect">
            <a:avLst/>
          </a:prstGeom>
        </p:spPr>
      </p:pic>
    </p:spTree>
    <p:extLst>
      <p:ext uri="{BB962C8B-B14F-4D97-AF65-F5344CB8AC3E}">
        <p14:creationId xmlns:p14="http://schemas.microsoft.com/office/powerpoint/2010/main" val="921815274"/>
      </p:ext>
    </p:extLst>
  </p:cSld>
</p:sld>
</file>

<file path=ppt/slides/slide12.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sp>
        <p:nvSpPr>
          <p:cNvPr id="22" name="slide-12-title">
            <a:extLst xmlns:a="http://schemas.openxmlformats.org/drawingml/2006/main">
              <a:ext uri="{FF2B5EF4-FFF2-40B4-BE49-F238E27FC236}">
                <a16:creationId xmlns:a16="http://schemas.microsoft.com/office/drawing/2014/main" id="{8A7BAC12-DFB6-42D2-855F-229DA1D9BE5E}"/>
              </a:ext>
            </a:extLst>
          </p:cNvPr>
          <p:cNvSpPr>
            <a:spLocks xmlns:a="http://schemas.openxmlformats.org/drawingml/2006/main" noGrp="1"/>
          </p:cNvSpPr>
          <p:nvPr/>
        </p:nvSpPr>
        <p:spPr>
          <a:xfrm xmlns:a="http://schemas.openxmlformats.org/drawingml/2006/main">
            <a:off x="419100" y="3238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F2925"/>
                </a:solidFill>
                <a:latin typeface="Helvetica Neue"/>
                <a:ea typeface="Helvetica Neue"/>
                <a:cs typeface="Helvetica Neue"/>
              </a:defRPr>
            </a:pPr>
            <a:r>
              <a:rPr sz="3450" b="1">
                <a:solidFill>
                  <a:srgbClr val="1F2925"/>
                </a:solidFill>
                <a:latin typeface="Helvetica Neue"/>
                <a:ea typeface="Helvetica Neue"/>
                <a:cs typeface="Helvetica Neue"/>
              </a:rPr>
              <a:t>The benchmark found both gains and repair targets</a:t>
            </a:r>
          </a:p>
        </p:txBody>
      </p:sp>
      <p:sp>
        <p:nvSpPr>
          <p:cNvPr id="2" name="slide-12-number">
            <a:extLst xmlns:a="http://schemas.openxmlformats.org/drawingml/2006/main">
              <a:ext uri="{FF2B5EF4-FFF2-40B4-BE49-F238E27FC236}">
                <a16:creationId xmlns:a16="http://schemas.microsoft.com/office/drawing/2014/main" id="{FF41987A-959F-4FBA-B141-CFC8F438A339}"/>
              </a:ext>
            </a:extLst>
          </p:cNvPr>
          <p:cNvSpPr>
            <a:spLocks xmlns:a="http://schemas.openxmlformats.org/drawingml/2006/main" noGrp="1"/>
          </p:cNvSpPr>
          <p:nvPr/>
        </p:nvSpPr>
        <p:spPr>
          <a:xfrm xmlns:a="http://schemas.openxmlformats.org/drawingml/2006/main">
            <a:off x="11239500" y="62865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12</a:t>
            </a:r>
          </a:p>
        </p:txBody>
      </p:sp>
      <p:sp>
        <p:nvSpPr>
          <p:cNvPr id="3" name="slide-12-number-0">
            <a:extLst xmlns:a="http://schemas.openxmlformats.org/drawingml/2006/main">
              <a:ext uri="{FF2B5EF4-FFF2-40B4-BE49-F238E27FC236}">
                <a16:creationId xmlns:a16="http://schemas.microsoft.com/office/drawing/2014/main" id="{8D45DCFF-D0DA-43A2-8F71-38878024B85D}"/>
              </a:ext>
            </a:extLst>
          </p:cNvPr>
          <p:cNvSpPr>
            <a:spLocks xmlns:a="http://schemas.openxmlformats.org/drawingml/2006/main" noGrp="1"/>
          </p:cNvSpPr>
          <p:nvPr/>
        </p:nvSpPr>
        <p:spPr>
          <a:xfrm xmlns:a="http://schemas.openxmlformats.org/drawingml/2006/main">
            <a:off x="523875" y="15240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F6F8F"/>
                </a:solidFill>
                <a:latin typeface="Helvetica Neue"/>
                <a:ea typeface="Helvetica Neue"/>
                <a:cs typeface="Helvetica Neue"/>
              </a:defRPr>
            </a:pPr>
            <a:r>
              <a:rPr sz="1425" b="1">
                <a:solidFill>
                  <a:srgbClr val="2F6F8F"/>
                </a:solidFill>
                <a:latin typeface="Helvetica Neue"/>
                <a:ea typeface="Helvetica Neue"/>
                <a:cs typeface="Helvetica Neue"/>
              </a:rPr>
              <a:t>01</a:t>
            </a:r>
          </a:p>
        </p:txBody>
      </p:sp>
      <p:sp>
        <p:nvSpPr>
          <p:cNvPr id="4" name="slide-12-rule-0">
            <a:extLst xmlns:a="http://schemas.openxmlformats.org/drawingml/2006/main">
              <a:ext uri="{FF2B5EF4-FFF2-40B4-BE49-F238E27FC236}">
                <a16:creationId xmlns:a16="http://schemas.microsoft.com/office/drawing/2014/main" id="{B751FDB3-1D7D-41A0-B459-F00110A619E6}"/>
              </a:ext>
            </a:extLst>
          </p:cNvPr>
          <p:cNvSpPr>
            <a:spLocks xmlns:a="http://schemas.openxmlformats.org/drawingml/2006/main" noGrp="1"/>
          </p:cNvSpPr>
          <p:nvPr/>
        </p:nvSpPr>
        <p:spPr>
          <a:xfrm xmlns:a="http://schemas.openxmlformats.org/drawingml/2006/main">
            <a:off x="1190625" y="1657350"/>
            <a:ext cx="4333875" cy="28575"/>
          </a:xfrm>
          <a:prstGeom xmlns:a="http://schemas.openxmlformats.org/drawingml/2006/main" prst="rect">
            <a:avLst/>
          </a:prstGeom>
          <a:solidFill xmlns:a="http://schemas.openxmlformats.org/drawingml/2006/main">
            <a:srgbClr val="2F6F8F"/>
          </a:solidFill>
          <a:ln xmlns:a="http://schemas.openxmlformats.org/drawingml/2006/main" w="0">
            <a:solidFill>
              <a:srgbClr val="2F6F8F"/>
            </a:solidFill>
            <a:prstDash val="solid"/>
          </a:ln>
        </p:spPr>
      </p:sp>
      <p:sp>
        <p:nvSpPr>
          <p:cNvPr id="5" name="slide-12-title-0">
            <a:extLst xmlns:a="http://schemas.openxmlformats.org/drawingml/2006/main">
              <a:ext uri="{FF2B5EF4-FFF2-40B4-BE49-F238E27FC236}">
                <a16:creationId xmlns:a16="http://schemas.microsoft.com/office/drawing/2014/main" id="{F690DDCB-1CA9-4488-93AF-D74528492C2A}"/>
              </a:ext>
            </a:extLst>
          </p:cNvPr>
          <p:cNvSpPr>
            <a:spLocks xmlns:a="http://schemas.openxmlformats.org/drawingml/2006/main" noGrp="1"/>
          </p:cNvSpPr>
          <p:nvPr/>
        </p:nvSpPr>
        <p:spPr>
          <a:xfrm xmlns:a="http://schemas.openxmlformats.org/drawingml/2006/main">
            <a:off x="523875" y="204787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F2925"/>
                </a:solidFill>
                <a:latin typeface="Helvetica Neue"/>
                <a:ea typeface="Helvetica Neue"/>
                <a:cs typeface="Helvetica Neue"/>
              </a:defRPr>
            </a:pPr>
            <a:r>
              <a:rPr sz="2175" b="1">
                <a:solidFill>
                  <a:srgbClr val="1F2925"/>
                </a:solidFill>
                <a:latin typeface="Helvetica Neue"/>
                <a:ea typeface="Helvetica Neue"/>
                <a:cs typeface="Helvetica Neue"/>
              </a:rPr>
              <a:t>Small local models can be useful</a:t>
            </a:r>
          </a:p>
        </p:txBody>
      </p:sp>
      <p:sp>
        <p:nvSpPr>
          <p:cNvPr id="6" name="slide-12-body-0">
            <a:extLst xmlns:a="http://schemas.openxmlformats.org/drawingml/2006/main">
              <a:ext uri="{FF2B5EF4-FFF2-40B4-BE49-F238E27FC236}">
                <a16:creationId xmlns:a16="http://schemas.microsoft.com/office/drawing/2014/main" id="{681EAAFC-77D2-452F-870D-73530C47C9C7}"/>
              </a:ext>
            </a:extLst>
          </p:cNvPr>
          <p:cNvSpPr>
            <a:spLocks xmlns:a="http://schemas.openxmlformats.org/drawingml/2006/main" noGrp="1"/>
          </p:cNvSpPr>
          <p:nvPr/>
        </p:nvSpPr>
        <p:spPr>
          <a:xfrm xmlns:a="http://schemas.openxmlformats.org/drawingml/2006/main">
            <a:off x="523875" y="2619375"/>
            <a:ext cx="50006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4706A"/>
                </a:solidFill>
                <a:latin typeface="Helvetica Neue"/>
                <a:ea typeface="Helvetica Neue"/>
                <a:cs typeface="Helvetica Neue"/>
              </a:defRPr>
            </a:pPr>
            <a:r>
              <a:rPr sz="1575" b="0">
                <a:solidFill>
                  <a:srgbClr val="64706A"/>
                </a:solidFill>
                <a:latin typeface="Helvetica Neue"/>
                <a:ea typeface="Helvetica Neue"/>
                <a:cs typeface="Helvetica Neue"/>
              </a:rPr>
              <a:t>The surrounding evidence system—not model size alone—drives much of the result.</a:t>
            </a:r>
          </a:p>
        </p:txBody>
      </p:sp>
      <p:sp>
        <p:nvSpPr>
          <p:cNvPr id="7" name="slide-12-number-1">
            <a:extLst xmlns:a="http://schemas.openxmlformats.org/drawingml/2006/main">
              <a:ext uri="{FF2B5EF4-FFF2-40B4-BE49-F238E27FC236}">
                <a16:creationId xmlns:a16="http://schemas.microsoft.com/office/drawing/2014/main" id="{C29F2241-5CF7-449D-99D5-F213DFA7ADA5}"/>
              </a:ext>
            </a:extLst>
          </p:cNvPr>
          <p:cNvSpPr>
            <a:spLocks xmlns:a="http://schemas.openxmlformats.org/drawingml/2006/main" noGrp="1"/>
          </p:cNvSpPr>
          <p:nvPr/>
        </p:nvSpPr>
        <p:spPr>
          <a:xfrm xmlns:a="http://schemas.openxmlformats.org/drawingml/2006/main">
            <a:off x="6286500" y="15240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4B8F78"/>
                </a:solidFill>
                <a:latin typeface="Helvetica Neue"/>
                <a:ea typeface="Helvetica Neue"/>
                <a:cs typeface="Helvetica Neue"/>
              </a:defRPr>
            </a:pPr>
            <a:r>
              <a:rPr sz="1425" b="1">
                <a:solidFill>
                  <a:srgbClr val="4B8F78"/>
                </a:solidFill>
                <a:latin typeface="Helvetica Neue"/>
                <a:ea typeface="Helvetica Neue"/>
                <a:cs typeface="Helvetica Neue"/>
              </a:rPr>
              <a:t>02</a:t>
            </a:r>
          </a:p>
        </p:txBody>
      </p:sp>
      <p:sp>
        <p:nvSpPr>
          <p:cNvPr id="8" name="slide-12-rule-1">
            <a:extLst xmlns:a="http://schemas.openxmlformats.org/drawingml/2006/main">
              <a:ext uri="{FF2B5EF4-FFF2-40B4-BE49-F238E27FC236}">
                <a16:creationId xmlns:a16="http://schemas.microsoft.com/office/drawing/2014/main" id="{6029B346-26E2-4405-ADBB-B114AB443D86}"/>
              </a:ext>
            </a:extLst>
          </p:cNvPr>
          <p:cNvSpPr>
            <a:spLocks xmlns:a="http://schemas.openxmlformats.org/drawingml/2006/main" noGrp="1"/>
          </p:cNvSpPr>
          <p:nvPr/>
        </p:nvSpPr>
        <p:spPr>
          <a:xfrm xmlns:a="http://schemas.openxmlformats.org/drawingml/2006/main">
            <a:off x="6953250" y="1657350"/>
            <a:ext cx="4333875" cy="28575"/>
          </a:xfrm>
          <a:prstGeom xmlns:a="http://schemas.openxmlformats.org/drawingml/2006/main" prst="rect">
            <a:avLst/>
          </a:prstGeom>
          <a:solidFill xmlns:a="http://schemas.openxmlformats.org/drawingml/2006/main">
            <a:srgbClr val="4B8F78"/>
          </a:solidFill>
          <a:ln xmlns:a="http://schemas.openxmlformats.org/drawingml/2006/main" w="0">
            <a:solidFill>
              <a:srgbClr val="4B8F78"/>
            </a:solidFill>
            <a:prstDash val="solid"/>
          </a:ln>
        </p:spPr>
      </p:sp>
      <p:sp>
        <p:nvSpPr>
          <p:cNvPr id="9" name="slide-12-title-1">
            <a:extLst xmlns:a="http://schemas.openxmlformats.org/drawingml/2006/main">
              <a:ext uri="{FF2B5EF4-FFF2-40B4-BE49-F238E27FC236}">
                <a16:creationId xmlns:a16="http://schemas.microsoft.com/office/drawing/2014/main" id="{8B6934A0-BFAD-4F7A-B34B-A327260299BB}"/>
              </a:ext>
            </a:extLst>
          </p:cNvPr>
          <p:cNvSpPr>
            <a:spLocks xmlns:a="http://schemas.openxmlformats.org/drawingml/2006/main" noGrp="1"/>
          </p:cNvSpPr>
          <p:nvPr/>
        </p:nvSpPr>
        <p:spPr>
          <a:xfrm xmlns:a="http://schemas.openxmlformats.org/drawingml/2006/main">
            <a:off x="6286500" y="204787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F2925"/>
                </a:solidFill>
                <a:latin typeface="Helvetica Neue"/>
                <a:ea typeface="Helvetica Neue"/>
                <a:cs typeface="Helvetica Neue"/>
              </a:defRPr>
            </a:pPr>
            <a:r>
              <a:rPr sz="2175" b="1">
                <a:solidFill>
                  <a:srgbClr val="1F2925"/>
                </a:solidFill>
                <a:latin typeface="Helvetica Neue"/>
                <a:ea typeface="Helvetica Neue"/>
                <a:cs typeface="Helvetica Neue"/>
              </a:rPr>
              <a:t>Intervention must match capability</a:t>
            </a:r>
          </a:p>
        </p:txBody>
      </p:sp>
      <p:sp>
        <p:nvSpPr>
          <p:cNvPr id="10" name="slide-12-body-1">
            <a:extLst xmlns:a="http://schemas.openxmlformats.org/drawingml/2006/main">
              <a:ext uri="{FF2B5EF4-FFF2-40B4-BE49-F238E27FC236}">
                <a16:creationId xmlns:a16="http://schemas.microsoft.com/office/drawing/2014/main" id="{7E0E288E-FFBA-4D85-ABCA-50B6F4C7285F}"/>
              </a:ext>
            </a:extLst>
          </p:cNvPr>
          <p:cNvSpPr>
            <a:spLocks xmlns:a="http://schemas.openxmlformats.org/drawingml/2006/main" noGrp="1"/>
          </p:cNvSpPr>
          <p:nvPr/>
        </p:nvSpPr>
        <p:spPr>
          <a:xfrm xmlns:a="http://schemas.openxmlformats.org/drawingml/2006/main">
            <a:off x="6286500" y="2619375"/>
            <a:ext cx="50006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4706A"/>
                </a:solidFill>
                <a:latin typeface="Helvetica Neue"/>
                <a:ea typeface="Helvetica Neue"/>
                <a:cs typeface="Helvetica Neue"/>
              </a:defRPr>
            </a:pPr>
            <a:r>
              <a:rPr sz="1575" b="0">
                <a:solidFill>
                  <a:srgbClr val="64706A"/>
                </a:solidFill>
                <a:latin typeface="Helvetica Neue"/>
                <a:ea typeface="Helvetica Neue"/>
                <a:cs typeface="Helvetica Neue"/>
              </a:rPr>
              <a:t>The full harness helped local models but over-constrained Luna High.</a:t>
            </a:r>
          </a:p>
        </p:txBody>
      </p:sp>
      <p:sp>
        <p:nvSpPr>
          <p:cNvPr id="11" name="slide-12-number-2">
            <a:extLst xmlns:a="http://schemas.openxmlformats.org/drawingml/2006/main">
              <a:ext uri="{FF2B5EF4-FFF2-40B4-BE49-F238E27FC236}">
                <a16:creationId xmlns:a16="http://schemas.microsoft.com/office/drawing/2014/main" id="{05768709-654E-4767-8751-196340BD41E8}"/>
              </a:ext>
            </a:extLst>
          </p:cNvPr>
          <p:cNvSpPr>
            <a:spLocks xmlns:a="http://schemas.openxmlformats.org/drawingml/2006/main" noGrp="1"/>
          </p:cNvSpPr>
          <p:nvPr/>
        </p:nvSpPr>
        <p:spPr>
          <a:xfrm xmlns:a="http://schemas.openxmlformats.org/drawingml/2006/main">
            <a:off x="523875" y="371475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B85C4A"/>
                </a:solidFill>
                <a:latin typeface="Helvetica Neue"/>
                <a:ea typeface="Helvetica Neue"/>
                <a:cs typeface="Helvetica Neue"/>
              </a:defRPr>
            </a:pPr>
            <a:r>
              <a:rPr sz="1425" b="1">
                <a:solidFill>
                  <a:srgbClr val="B85C4A"/>
                </a:solidFill>
                <a:latin typeface="Helvetica Neue"/>
                <a:ea typeface="Helvetica Neue"/>
                <a:cs typeface="Helvetica Neue"/>
              </a:rPr>
              <a:t>03</a:t>
            </a:r>
          </a:p>
        </p:txBody>
      </p:sp>
      <p:sp>
        <p:nvSpPr>
          <p:cNvPr id="12" name="slide-12-rule-2">
            <a:extLst xmlns:a="http://schemas.openxmlformats.org/drawingml/2006/main">
              <a:ext uri="{FF2B5EF4-FFF2-40B4-BE49-F238E27FC236}">
                <a16:creationId xmlns:a16="http://schemas.microsoft.com/office/drawing/2014/main" id="{A40D6A25-A85F-42FE-8AA8-B4EA9D931907}"/>
              </a:ext>
            </a:extLst>
          </p:cNvPr>
          <p:cNvSpPr>
            <a:spLocks xmlns:a="http://schemas.openxmlformats.org/drawingml/2006/main" noGrp="1"/>
          </p:cNvSpPr>
          <p:nvPr/>
        </p:nvSpPr>
        <p:spPr>
          <a:xfrm xmlns:a="http://schemas.openxmlformats.org/drawingml/2006/main">
            <a:off x="1190625" y="3848100"/>
            <a:ext cx="4333875" cy="28575"/>
          </a:xfrm>
          <a:prstGeom xmlns:a="http://schemas.openxmlformats.org/drawingml/2006/main" prst="rect">
            <a:avLst/>
          </a:prstGeom>
          <a:solidFill xmlns:a="http://schemas.openxmlformats.org/drawingml/2006/main">
            <a:srgbClr val="B85C4A"/>
          </a:solidFill>
          <a:ln xmlns:a="http://schemas.openxmlformats.org/drawingml/2006/main" w="0">
            <a:solidFill>
              <a:srgbClr val="B85C4A"/>
            </a:solidFill>
            <a:prstDash val="solid"/>
          </a:ln>
        </p:spPr>
      </p:sp>
      <p:sp>
        <p:nvSpPr>
          <p:cNvPr id="13" name="slide-12-title-2">
            <a:extLst xmlns:a="http://schemas.openxmlformats.org/drawingml/2006/main">
              <a:ext uri="{FF2B5EF4-FFF2-40B4-BE49-F238E27FC236}">
                <a16:creationId xmlns:a16="http://schemas.microsoft.com/office/drawing/2014/main" id="{CB6FDEDA-DD0F-4F6A-B9BF-FA7BF5FBE5ED}"/>
              </a:ext>
            </a:extLst>
          </p:cNvPr>
          <p:cNvSpPr>
            <a:spLocks xmlns:a="http://schemas.openxmlformats.org/drawingml/2006/main" noGrp="1"/>
          </p:cNvSpPr>
          <p:nvPr/>
        </p:nvSpPr>
        <p:spPr>
          <a:xfrm xmlns:a="http://schemas.openxmlformats.org/drawingml/2006/main">
            <a:off x="523875" y="42386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F2925"/>
                </a:solidFill>
                <a:latin typeface="Helvetica Neue"/>
                <a:ea typeface="Helvetica Neue"/>
                <a:cs typeface="Helvetica Neue"/>
              </a:defRPr>
            </a:pPr>
            <a:r>
              <a:rPr sz="2175" b="1">
                <a:solidFill>
                  <a:srgbClr val="1F2925"/>
                </a:solidFill>
                <a:latin typeface="Helvetica Neue"/>
                <a:ea typeface="Helvetica Neue"/>
                <a:cs typeface="Helvetica Neue"/>
              </a:rPr>
              <a:t>Registered is not integrated</a:t>
            </a:r>
          </a:p>
        </p:txBody>
      </p:sp>
      <p:sp>
        <p:nvSpPr>
          <p:cNvPr id="14" name="slide-12-body-2">
            <a:extLst xmlns:a="http://schemas.openxmlformats.org/drawingml/2006/main">
              <a:ext uri="{FF2B5EF4-FFF2-40B4-BE49-F238E27FC236}">
                <a16:creationId xmlns:a16="http://schemas.microsoft.com/office/drawing/2014/main" id="{43AA6F1A-7E97-4242-8A4B-00118A0BC58B}"/>
              </a:ext>
            </a:extLst>
          </p:cNvPr>
          <p:cNvSpPr>
            <a:spLocks xmlns:a="http://schemas.openxmlformats.org/drawingml/2006/main" noGrp="1"/>
          </p:cNvSpPr>
          <p:nvPr/>
        </p:nvSpPr>
        <p:spPr>
          <a:xfrm xmlns:a="http://schemas.openxmlformats.org/drawingml/2006/main">
            <a:off x="523875" y="4810125"/>
            <a:ext cx="50006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4706A"/>
                </a:solidFill>
                <a:latin typeface="Helvetica Neue"/>
                <a:ea typeface="Helvetica Neue"/>
                <a:cs typeface="Helvetica Neue"/>
              </a:defRPr>
            </a:pPr>
            <a:r>
              <a:rPr sz="1575" b="0">
                <a:solidFill>
                  <a:srgbClr val="64706A"/>
                </a:solidFill>
                <a:latin typeface="Helvetica Neue"/>
                <a:ea typeface="Helvetica Neue"/>
                <a:cs typeface="Helvetica Neue"/>
              </a:rPr>
              <a:t>The typed calculator existed, but the benchmark path never invoked it: 0/16.</a:t>
            </a:r>
          </a:p>
        </p:txBody>
      </p:sp>
      <p:sp>
        <p:nvSpPr>
          <p:cNvPr id="15" name="slide-12-number-3">
            <a:extLst xmlns:a="http://schemas.openxmlformats.org/drawingml/2006/main">
              <a:ext uri="{FF2B5EF4-FFF2-40B4-BE49-F238E27FC236}">
                <a16:creationId xmlns:a16="http://schemas.microsoft.com/office/drawing/2014/main" id="{63564D7D-50E9-4F3F-A68F-3FE35E793D63}"/>
              </a:ext>
            </a:extLst>
          </p:cNvPr>
          <p:cNvSpPr>
            <a:spLocks xmlns:a="http://schemas.openxmlformats.org/drawingml/2006/main" noGrp="1"/>
          </p:cNvSpPr>
          <p:nvPr/>
        </p:nvSpPr>
        <p:spPr>
          <a:xfrm xmlns:a="http://schemas.openxmlformats.org/drawingml/2006/main">
            <a:off x="6286500" y="371475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C18B36"/>
                </a:solidFill>
                <a:latin typeface="Helvetica Neue"/>
                <a:ea typeface="Helvetica Neue"/>
                <a:cs typeface="Helvetica Neue"/>
              </a:defRPr>
            </a:pPr>
            <a:r>
              <a:rPr sz="1425" b="1">
                <a:solidFill>
                  <a:srgbClr val="C18B36"/>
                </a:solidFill>
                <a:latin typeface="Helvetica Neue"/>
                <a:ea typeface="Helvetica Neue"/>
                <a:cs typeface="Helvetica Neue"/>
              </a:rPr>
              <a:t>04</a:t>
            </a:r>
          </a:p>
        </p:txBody>
      </p:sp>
      <p:sp>
        <p:nvSpPr>
          <p:cNvPr id="16" name="slide-12-rule-3">
            <a:extLst xmlns:a="http://schemas.openxmlformats.org/drawingml/2006/main">
              <a:ext uri="{FF2B5EF4-FFF2-40B4-BE49-F238E27FC236}">
                <a16:creationId xmlns:a16="http://schemas.microsoft.com/office/drawing/2014/main" id="{D32F70F9-0E31-423F-95A3-87C42A1D82F7}"/>
              </a:ext>
            </a:extLst>
          </p:cNvPr>
          <p:cNvSpPr>
            <a:spLocks xmlns:a="http://schemas.openxmlformats.org/drawingml/2006/main" noGrp="1"/>
          </p:cNvSpPr>
          <p:nvPr/>
        </p:nvSpPr>
        <p:spPr>
          <a:xfrm xmlns:a="http://schemas.openxmlformats.org/drawingml/2006/main">
            <a:off x="6953250" y="3848100"/>
            <a:ext cx="4333875" cy="28575"/>
          </a:xfrm>
          <a:prstGeom xmlns:a="http://schemas.openxmlformats.org/drawingml/2006/main" prst="rect">
            <a:avLst/>
          </a:prstGeom>
          <a:solidFill xmlns:a="http://schemas.openxmlformats.org/drawingml/2006/main">
            <a:srgbClr val="C18B36"/>
          </a:solidFill>
          <a:ln xmlns:a="http://schemas.openxmlformats.org/drawingml/2006/main" w="0">
            <a:solidFill>
              <a:srgbClr val="C18B36"/>
            </a:solidFill>
            <a:prstDash val="solid"/>
          </a:ln>
        </p:spPr>
      </p:sp>
      <p:sp>
        <p:nvSpPr>
          <p:cNvPr id="17" name="slide-12-title-3">
            <a:extLst xmlns:a="http://schemas.openxmlformats.org/drawingml/2006/main">
              <a:ext uri="{FF2B5EF4-FFF2-40B4-BE49-F238E27FC236}">
                <a16:creationId xmlns:a16="http://schemas.microsoft.com/office/drawing/2014/main" id="{80EAF2EA-E79C-494A-AC9D-929C874E7CCC}"/>
              </a:ext>
            </a:extLst>
          </p:cNvPr>
          <p:cNvSpPr>
            <a:spLocks xmlns:a="http://schemas.openxmlformats.org/drawingml/2006/main" noGrp="1"/>
          </p:cNvSpPr>
          <p:nvPr/>
        </p:nvSpPr>
        <p:spPr>
          <a:xfrm xmlns:a="http://schemas.openxmlformats.org/drawingml/2006/main">
            <a:off x="6286500" y="42386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F2925"/>
                </a:solidFill>
                <a:latin typeface="Helvetica Neue"/>
                <a:ea typeface="Helvetica Neue"/>
                <a:cs typeface="Helvetica Neue"/>
              </a:defRPr>
            </a:pPr>
            <a:r>
              <a:rPr sz="2175" b="1">
                <a:solidFill>
                  <a:srgbClr val="1F2925"/>
                </a:solidFill>
                <a:latin typeface="Helvetica Neue"/>
                <a:ea typeface="Helvetica Neue"/>
                <a:cs typeface="Helvetica Neue"/>
              </a:rPr>
              <a:t>External validation still matters</a:t>
            </a:r>
          </a:p>
        </p:txBody>
      </p:sp>
      <p:sp>
        <p:nvSpPr>
          <p:cNvPr id="18" name="slide-12-body-3">
            <a:extLst xmlns:a="http://schemas.openxmlformats.org/drawingml/2006/main">
              <a:ext uri="{FF2B5EF4-FFF2-40B4-BE49-F238E27FC236}">
                <a16:creationId xmlns:a16="http://schemas.microsoft.com/office/drawing/2014/main" id="{DEFC2333-D985-4F0E-A688-2485AA7C88A7}"/>
              </a:ext>
            </a:extLst>
          </p:cNvPr>
          <p:cNvSpPr>
            <a:spLocks xmlns:a="http://schemas.openxmlformats.org/drawingml/2006/main" noGrp="1"/>
          </p:cNvSpPr>
          <p:nvPr/>
        </p:nvSpPr>
        <p:spPr>
          <a:xfrm xmlns:a="http://schemas.openxmlformats.org/drawingml/2006/main">
            <a:off x="6286500" y="4810125"/>
            <a:ext cx="50006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4706A"/>
                </a:solidFill>
                <a:latin typeface="Helvetica Neue"/>
                <a:ea typeface="Helvetica Neue"/>
                <a:cs typeface="Helvetica Neue"/>
              </a:defRPr>
            </a:pPr>
            <a:r>
              <a:rPr sz="1575" b="0">
                <a:solidFill>
                  <a:srgbClr val="64706A"/>
                </a:solidFill>
                <a:latin typeface="Helvetica Neue"/>
                <a:ea typeface="Helvetica Neue"/>
                <a:cs typeface="Helvetica Neue"/>
              </a:rPr>
              <a:t>Automated judging and Uganda-source transfer do not establish Canadian agronomic reliability.</a:t>
            </a:r>
          </a:p>
        </p:txBody>
      </p:sp>
      <p:sp>
        <p:nvSpPr>
          <p:cNvPr id="19" name="slide-12-external">
            <a:extLst xmlns:a="http://schemas.openxmlformats.org/drawingml/2006/main">
              <a:ext uri="{FF2B5EF4-FFF2-40B4-BE49-F238E27FC236}">
                <a16:creationId xmlns:a16="http://schemas.microsoft.com/office/drawing/2014/main" id="{8EF2AFCC-48DE-4841-AB22-8F5F5600F004}"/>
              </a:ext>
            </a:extLst>
          </p:cNvPr>
          <p:cNvSpPr>
            <a:spLocks xmlns:a="http://schemas.openxmlformats.org/drawingml/2006/main" noGrp="1"/>
          </p:cNvSpPr>
          <p:nvPr/>
        </p:nvSpPr>
        <p:spPr>
          <a:xfrm xmlns:a="http://schemas.openxmlformats.org/drawingml/2006/main">
            <a:off x="523875" y="57340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4706A"/>
                </a:solidFill>
                <a:latin typeface="Helvetica Neue"/>
                <a:ea typeface="Helvetica Neue"/>
                <a:cs typeface="Helvetica Neue"/>
              </a:defRPr>
            </a:pPr>
            <a:r>
              <a:rPr sz="1275" b="0">
                <a:solidFill>
                  <a:srgbClr val="64706A"/>
                </a:solidFill>
                <a:latin typeface="Helvetica Neue"/>
                <a:ea typeface="Helvetica Neue"/>
                <a:cs typeface="Helvetica Neue"/>
              </a:rPr>
              <a:t>Held-out transfer diagnostic: Gemma 4 normalized reference-token F1 moved 0.0508 → 0.0595. Useful signal; not Canadian validation; no same-version retest.</a:t>
            </a:r>
          </a:p>
        </p:txBody>
      </p:sp>
      <p:sp>
        <p:nvSpPr>
          <p:cNvPr id="20" name="slide-12-footer">
            <a:extLst xmlns:a="http://schemas.openxmlformats.org/drawingml/2006/main">
              <a:ext uri="{FF2B5EF4-FFF2-40B4-BE49-F238E27FC236}">
                <a16:creationId xmlns:a16="http://schemas.microsoft.com/office/drawing/2014/main" id="{69406E64-2016-4CA9-8E66-F7D2549A18E8}"/>
              </a:ext>
            </a:extLst>
          </p:cNvPr>
          <p:cNvSpPr>
            <a:spLocks xmlns:a="http://schemas.openxmlformats.org/drawingml/2006/main" noGrp="1"/>
          </p:cNvSpPr>
          <p:nvPr/>
        </p:nvSpPr>
        <p:spPr>
          <a:xfrm xmlns:a="http://schemas.openxmlformats.org/drawingml/2006/main">
            <a:off x="419100" y="6286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Open Agronomy Agent</a:t>
            </a:r>
          </a:p>
        </p:txBody>
      </p:sp>
      <p:sp>
        <p:nvSpPr>
          <p:cNvPr id="21" name="slide-12-number">
            <a:extLst xmlns:a="http://schemas.openxmlformats.org/drawingml/2006/main">
              <a:ext uri="{FF2B5EF4-FFF2-40B4-BE49-F238E27FC236}">
                <a16:creationId xmlns:a16="http://schemas.microsoft.com/office/drawing/2014/main" id="{C77EB17C-75B4-4BDA-8DDA-20C490C93544}"/>
              </a:ext>
            </a:extLst>
          </p:cNvPr>
          <p:cNvSpPr>
            <a:spLocks xmlns:a="http://schemas.openxmlformats.org/drawingml/2006/main" noGrp="1"/>
          </p:cNvSpPr>
          <p:nvPr/>
        </p:nvSpPr>
        <p:spPr>
          <a:xfrm xmlns:a="http://schemas.openxmlformats.org/drawingml/2006/main">
            <a:off x="11239500" y="62865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64706A"/>
                </a:solidFill>
                <a:latin typeface="Helvetica Neue"/>
                <a:ea typeface="Helvetica Neue"/>
                <a:cs typeface="Helvetica Neue"/>
              </a:defRPr>
            </a:pPr>
            <a:r>
              <a:rPr sz="1050" b="0">
                <a:solidFill>
                  <a:srgbClr val="64706A"/>
                </a:solidFill>
                <a:latin typeface="Helvetica Neue"/>
                <a:ea typeface="Helvetica Neue"/>
                <a:cs typeface="Helvetica Neue"/>
              </a:rPr>
              <a:t>12</a:t>
            </a:r>
          </a:p>
        </p:txBody>
      </p:sp>
    </p:spTree>
    <p:extLst>
      <p:ext uri="{BB962C8B-B14F-4D97-AF65-F5344CB8AC3E}">
        <p14:creationId xmlns:p14="http://schemas.microsoft.com/office/powerpoint/2010/main" val="223301150"/>
      </p:ext>
    </p:extLst>
  </p:cSld>
</p:sld>
</file>

<file path=ppt/slides/slide13.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sp>
        <p:nvSpPr>
          <p:cNvPr id="9" name="slide-13-kicker">
            <a:extLst xmlns:a="http://schemas.openxmlformats.org/drawingml/2006/main">
              <a:ext uri="{FF2B5EF4-FFF2-40B4-BE49-F238E27FC236}">
                <a16:creationId xmlns:a16="http://schemas.microsoft.com/office/drawing/2014/main" id="{88EDA1F8-1718-4F95-8A80-510BBD080F59}"/>
              </a:ext>
            </a:extLst>
          </p:cNvPr>
          <p:cNvSpPr>
            <a:spLocks xmlns:a="http://schemas.openxmlformats.org/drawingml/2006/main" noGrp="1"/>
          </p:cNvSpPr>
          <p:nvPr/>
        </p:nvSpPr>
        <p:spPr>
          <a:xfrm xmlns:a="http://schemas.openxmlformats.org/drawingml/2006/main">
            <a:off x="400050" y="400050"/>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4B8F78"/>
                </a:solidFill>
                <a:latin typeface="Helvetica Neue"/>
                <a:ea typeface="Helvetica Neue"/>
                <a:cs typeface="Helvetica Neue"/>
              </a:defRPr>
            </a:pPr>
            <a:r>
              <a:rPr sz="1650" b="1">
                <a:solidFill>
                  <a:srgbClr val="4B8F78"/>
                </a:solidFill>
                <a:latin typeface="Helvetica Neue"/>
                <a:ea typeface="Helvetica Neue"/>
                <a:cs typeface="Helvetica Neue"/>
              </a:rPr>
              <a:t>WHAT THE DEMO SHOULD PROVE</a:t>
            </a:r>
          </a:p>
        </p:txBody>
      </p:sp>
      <p:sp>
        <p:nvSpPr>
          <p:cNvPr id="2" name="slide-13-title">
            <a:extLst xmlns:a="http://schemas.openxmlformats.org/drawingml/2006/main">
              <a:ext uri="{FF2B5EF4-FFF2-40B4-BE49-F238E27FC236}">
                <a16:creationId xmlns:a16="http://schemas.microsoft.com/office/drawing/2014/main" id="{D551DA60-1F57-4459-8A79-190973F35AD7}"/>
              </a:ext>
            </a:extLst>
          </p:cNvPr>
          <p:cNvSpPr>
            <a:spLocks xmlns:a="http://schemas.openxmlformats.org/drawingml/2006/main" noGrp="1"/>
          </p:cNvSpPr>
          <p:nvPr/>
        </p:nvSpPr>
        <p:spPr>
          <a:xfrm xmlns:a="http://schemas.openxmlformats.org/drawingml/2006/main">
            <a:off x="400050" y="1428750"/>
            <a:ext cx="10287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4350" b="1">
                <a:solidFill>
                  <a:srgbClr val="1F2925"/>
                </a:solidFill>
                <a:latin typeface="Helvetica Neue"/>
                <a:ea typeface="Helvetica Neue"/>
                <a:cs typeface="Helvetica Neue"/>
              </a:defRPr>
            </a:pPr>
            <a:r>
              <a:rPr sz="4350" b="1">
                <a:solidFill>
                  <a:srgbClr val="1F2925"/>
                </a:solidFill>
                <a:latin typeface="Helvetica Neue"/>
                <a:ea typeface="Helvetica Neue"/>
                <a:cs typeface="Helvetica Neue"/>
              </a:rPr>
              <a:t>Local inference becomes more useful when evidence, tools and traceability surround the model.</a:t>
            </a:r>
          </a:p>
        </p:txBody>
      </p:sp>
      <p:sp>
        <p:nvSpPr>
          <p:cNvPr id="3" name="slide-13-accent">
            <a:extLst xmlns:a="http://schemas.openxmlformats.org/drawingml/2006/main">
              <a:ext uri="{FF2B5EF4-FFF2-40B4-BE49-F238E27FC236}">
                <a16:creationId xmlns:a16="http://schemas.microsoft.com/office/drawing/2014/main" id="{860156F2-A43C-4287-A006-341F6F92594E}"/>
              </a:ext>
            </a:extLst>
          </p:cNvPr>
          <p:cNvSpPr>
            <a:spLocks xmlns:a="http://schemas.openxmlformats.org/drawingml/2006/main" noGrp="1"/>
          </p:cNvSpPr>
          <p:nvPr/>
        </p:nvSpPr>
        <p:spPr>
          <a:xfrm xmlns:a="http://schemas.openxmlformats.org/drawingml/2006/main">
            <a:off x="400050" y="4191000"/>
            <a:ext cx="3238500" cy="76200"/>
          </a:xfrm>
          <a:prstGeom xmlns:a="http://schemas.openxmlformats.org/drawingml/2006/main" prst="rect">
            <a:avLst/>
          </a:prstGeom>
          <a:solidFill xmlns:a="http://schemas.openxmlformats.org/drawingml/2006/main">
            <a:srgbClr val="2F6F8F"/>
          </a:solidFill>
          <a:ln xmlns:a="http://schemas.openxmlformats.org/drawingml/2006/main" w="0">
            <a:solidFill>
              <a:srgbClr val="2F6F8F"/>
            </a:solidFill>
            <a:prstDash val="solid"/>
          </a:ln>
        </p:spPr>
      </p:sp>
      <p:sp>
        <p:nvSpPr>
          <p:cNvPr id="4" name="slide-13-now">
            <a:extLst xmlns:a="http://schemas.openxmlformats.org/drawingml/2006/main">
              <a:ext uri="{FF2B5EF4-FFF2-40B4-BE49-F238E27FC236}">
                <a16:creationId xmlns:a16="http://schemas.microsoft.com/office/drawing/2014/main" id="{A76C1697-4358-42BD-A8DC-450AB29280EA}"/>
              </a:ext>
            </a:extLst>
          </p:cNvPr>
          <p:cNvSpPr>
            <a:spLocks xmlns:a="http://schemas.openxmlformats.org/drawingml/2006/main" noGrp="1"/>
          </p:cNvSpPr>
          <p:nvPr/>
        </p:nvSpPr>
        <p:spPr>
          <a:xfrm xmlns:a="http://schemas.openxmlformats.org/drawingml/2006/main">
            <a:off x="400050" y="46196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F2925"/>
                </a:solidFill>
                <a:latin typeface="Helvetica Neue"/>
                <a:ea typeface="Helvetica Neue"/>
                <a:cs typeface="Helvetica Neue"/>
              </a:defRPr>
            </a:pPr>
            <a:r>
              <a:rPr sz="1650" b="1">
                <a:solidFill>
                  <a:srgbClr val="1F2925"/>
                </a:solidFill>
                <a:latin typeface="Helvetica Neue"/>
                <a:ea typeface="Helvetica Neue"/>
                <a:cs typeface="Helvetica Neue"/>
              </a:rPr>
              <a:t>Demonstrate now</a:t>
            </a:r>
          </a:p>
        </p:txBody>
      </p:sp>
      <p:sp>
        <p:nvSpPr>
          <p:cNvPr id="5" name="slide-13-now-body">
            <a:extLst xmlns:a="http://schemas.openxmlformats.org/drawingml/2006/main">
              <a:ext uri="{FF2B5EF4-FFF2-40B4-BE49-F238E27FC236}">
                <a16:creationId xmlns:a16="http://schemas.microsoft.com/office/drawing/2014/main" id="{763211D3-620B-47DA-8718-AAC4D0043151}"/>
              </a:ext>
            </a:extLst>
          </p:cNvPr>
          <p:cNvSpPr>
            <a:spLocks xmlns:a="http://schemas.openxmlformats.org/drawingml/2006/main" noGrp="1"/>
          </p:cNvSpPr>
          <p:nvPr/>
        </p:nvSpPr>
        <p:spPr>
          <a:xfrm xmlns:a="http://schemas.openxmlformats.org/drawingml/2006/main">
            <a:off x="400050" y="5000625"/>
            <a:ext cx="3476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4706A"/>
                </a:solidFill>
                <a:latin typeface="Helvetica Neue"/>
                <a:ea typeface="Helvetica Neue"/>
                <a:cs typeface="Helvetica Neue"/>
              </a:defRPr>
            </a:pPr>
            <a:r>
              <a:rPr sz="1575" b="0">
                <a:solidFill>
                  <a:srgbClr val="64706A"/>
                </a:solidFill>
                <a:latin typeface="Helvetica Neue"/>
                <a:ea typeface="Helvetica Neue"/>
                <a:cs typeface="Helvetica Neue"/>
              </a:rPr>
              <a:t>Offline answer + evidence lineage</a:t>
            </a:r>
          </a:p>
          <a:p xmlns:a="http://schemas.openxmlformats.org/drawingml/2006/main">
            <a:pPr algn="l">
              <a:defRPr sz="1575" b="0">
                <a:solidFill>
                  <a:srgbClr val="64706A"/>
                </a:solidFill>
                <a:latin typeface="Helvetica Neue"/>
                <a:ea typeface="Helvetica Neue"/>
                <a:cs typeface="Helvetica Neue"/>
              </a:defRPr>
            </a:pPr>
            <a:r>
              <a:rPr sz="1575" b="0">
                <a:solidFill>
                  <a:srgbClr val="64706A"/>
                </a:solidFill>
                <a:latin typeface="Helvetica Neue"/>
                <a:ea typeface="Helvetica Neue"/>
                <a:cs typeface="Helvetica Neue"/>
              </a:rPr>
              <a:t>Model swap inside one harness</a:t>
            </a:r>
          </a:p>
          <a:p xmlns:a="http://schemas.openxmlformats.org/drawingml/2006/main">
            <a:pPr algn="l">
              <a:defRPr sz="1575" b="0">
                <a:solidFill>
                  <a:srgbClr val="64706A"/>
                </a:solidFill>
                <a:latin typeface="Helvetica Neue"/>
                <a:ea typeface="Helvetica Neue"/>
                <a:cs typeface="Helvetica Neue"/>
              </a:defRPr>
            </a:pPr>
            <a:r>
              <a:rPr sz="1575" b="0">
                <a:solidFill>
                  <a:srgbClr val="64706A"/>
                </a:solidFill>
                <a:latin typeface="Helvetica Neue"/>
                <a:ea typeface="Helvetica Neue"/>
                <a:cs typeface="Helvetica Neue"/>
              </a:rPr>
              <a:t>Reconnect for live services</a:t>
            </a:r>
          </a:p>
        </p:txBody>
      </p:sp>
      <p:sp>
        <p:nvSpPr>
          <p:cNvPr id="6" name="slide-13-next">
            <a:extLst xmlns:a="http://schemas.openxmlformats.org/drawingml/2006/main">
              <a:ext uri="{FF2B5EF4-FFF2-40B4-BE49-F238E27FC236}">
                <a16:creationId xmlns:a16="http://schemas.microsoft.com/office/drawing/2014/main" id="{A6FF019A-39D9-4CE5-B8F0-3203600A56EB}"/>
              </a:ext>
            </a:extLst>
          </p:cNvPr>
          <p:cNvSpPr>
            <a:spLocks xmlns:a="http://schemas.openxmlformats.org/drawingml/2006/main" noGrp="1"/>
          </p:cNvSpPr>
          <p:nvPr/>
        </p:nvSpPr>
        <p:spPr>
          <a:xfrm xmlns:a="http://schemas.openxmlformats.org/drawingml/2006/main">
            <a:off x="4857750" y="461962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F2925"/>
                </a:solidFill>
                <a:latin typeface="Helvetica Neue"/>
                <a:ea typeface="Helvetica Neue"/>
                <a:cs typeface="Helvetica Neue"/>
              </a:defRPr>
            </a:pPr>
            <a:r>
              <a:rPr sz="1650" b="1">
                <a:solidFill>
                  <a:srgbClr val="1F2925"/>
                </a:solidFill>
                <a:latin typeface="Helvetica Neue"/>
                <a:ea typeface="Helvetica Neue"/>
                <a:cs typeface="Helvetica Neue"/>
              </a:rPr>
              <a:t>Earn next</a:t>
            </a:r>
          </a:p>
        </p:txBody>
      </p:sp>
      <p:sp>
        <p:nvSpPr>
          <p:cNvPr id="7" name="slide-13-next-body">
            <a:extLst xmlns:a="http://schemas.openxmlformats.org/drawingml/2006/main">
              <a:ext uri="{FF2B5EF4-FFF2-40B4-BE49-F238E27FC236}">
                <a16:creationId xmlns:a16="http://schemas.microsoft.com/office/drawing/2014/main" id="{48C9218E-2DDF-4A3F-8C05-8B6E47E67C7E}"/>
              </a:ext>
            </a:extLst>
          </p:cNvPr>
          <p:cNvSpPr>
            <a:spLocks xmlns:a="http://schemas.openxmlformats.org/drawingml/2006/main" noGrp="1"/>
          </p:cNvSpPr>
          <p:nvPr/>
        </p:nvSpPr>
        <p:spPr>
          <a:xfrm xmlns:a="http://schemas.openxmlformats.org/drawingml/2006/main">
            <a:off x="4857750" y="5000625"/>
            <a:ext cx="3476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4706A"/>
                </a:solidFill>
                <a:latin typeface="Helvetica Neue"/>
                <a:ea typeface="Helvetica Neue"/>
                <a:cs typeface="Helvetica Neue"/>
              </a:defRPr>
            </a:pPr>
            <a:r>
              <a:rPr sz="1575" b="0">
                <a:solidFill>
                  <a:srgbClr val="64706A"/>
                </a:solidFill>
                <a:latin typeface="Helvetica Neue"/>
                <a:ea typeface="Helvetica Neue"/>
                <a:cs typeface="Helvetica Neue"/>
              </a:rPr>
              <a:t>Calculator routing repair</a:t>
            </a:r>
          </a:p>
          <a:p xmlns:a="http://schemas.openxmlformats.org/drawingml/2006/main">
            <a:pPr algn="l">
              <a:defRPr sz="1575" b="0">
                <a:solidFill>
                  <a:srgbClr val="64706A"/>
                </a:solidFill>
                <a:latin typeface="Helvetica Neue"/>
                <a:ea typeface="Helvetica Neue"/>
                <a:cs typeface="Helvetica Neue"/>
              </a:defRPr>
            </a:pPr>
            <a:r>
              <a:rPr sz="1575" b="0">
                <a:solidFill>
                  <a:srgbClr val="64706A"/>
                </a:solidFill>
                <a:latin typeface="Helvetica Neue"/>
                <a:ea typeface="Helvetica Neue"/>
                <a:cs typeface="Helvetica Neue"/>
              </a:rPr>
              <a:t>Blinded agronomist review</a:t>
            </a:r>
          </a:p>
          <a:p xmlns:a="http://schemas.openxmlformats.org/drawingml/2006/main">
            <a:pPr algn="l">
              <a:defRPr sz="1575" b="0">
                <a:solidFill>
                  <a:srgbClr val="64706A"/>
                </a:solidFill>
                <a:latin typeface="Helvetica Neue"/>
                <a:ea typeface="Helvetica Neue"/>
                <a:cs typeface="Helvetica Neue"/>
              </a:defRPr>
            </a:pPr>
            <a:r>
              <a:rPr sz="1575" b="0">
                <a:solidFill>
                  <a:srgbClr val="64706A"/>
                </a:solidFill>
                <a:latin typeface="Helvetica Neue"/>
                <a:ea typeface="Helvetica Neue"/>
                <a:cs typeface="Helvetica Neue"/>
              </a:rPr>
              <a:t>Prospective field evaluation</a:t>
            </a:r>
          </a:p>
        </p:txBody>
      </p:sp>
      <p:sp>
        <p:nvSpPr>
          <p:cNvPr id="8" name="slide-13-close">
            <a:extLst xmlns:a="http://schemas.openxmlformats.org/drawingml/2006/main">
              <a:ext uri="{FF2B5EF4-FFF2-40B4-BE49-F238E27FC236}">
                <a16:creationId xmlns:a16="http://schemas.microsoft.com/office/drawing/2014/main" id="{A68B0446-7E84-4BB2-BF58-17DFF6934826}"/>
              </a:ext>
            </a:extLst>
          </p:cNvPr>
          <p:cNvSpPr>
            <a:spLocks xmlns:a="http://schemas.openxmlformats.org/drawingml/2006/main" noGrp="1"/>
          </p:cNvSpPr>
          <p:nvPr/>
        </p:nvSpPr>
        <p:spPr>
          <a:xfrm xmlns:a="http://schemas.openxmlformats.org/drawingml/2006/main">
            <a:off x="8858250" y="4857750"/>
            <a:ext cx="2714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950" b="1">
                <a:solidFill>
                  <a:srgbClr val="2F6F8F"/>
                </a:solidFill>
                <a:latin typeface="Helvetica Neue"/>
                <a:ea typeface="Helvetica Neue"/>
                <a:cs typeface="Helvetica Neue"/>
              </a:defRPr>
            </a:pPr>
            <a:r>
              <a:rPr sz="1950" b="1">
                <a:solidFill>
                  <a:srgbClr val="2F6F8F"/>
                </a:solidFill>
                <a:latin typeface="Helvetica Neue"/>
                <a:ea typeface="Helvetica Neue"/>
                <a:cs typeface="Helvetica Neue"/>
              </a:rPr>
              <a:t>The system is inspectable enough to improve honestly.</a:t>
            </a:r>
          </a:p>
        </p:txBody>
      </p:sp>
    </p:spTree>
    <p:extLst>
      <p:ext uri="{BB962C8B-B14F-4D97-AF65-F5344CB8AC3E}">
        <p14:creationId xmlns:p14="http://schemas.microsoft.com/office/powerpoint/2010/main" val="320661329"/>
      </p:ext>
    </p:extLst>
  </p:cSld>
</p:sld>
</file>

<file path=ppt/theme/theme1.xml><?xml version="1.0" encoding="utf-8"?>
<a:theme xmlns:a="http://schemas.openxmlformats.org/drawingml/2006/main" name="ChatGPT">
  <a:themeElements>
    <a:clrScheme name="Open Agronomy">
      <a:dk1>
        <a:srgbClr val="000000"/>
      </a:dk1>
      <a:lt1>
        <a:srgbClr val="FFFFFF"/>
      </a:lt1>
      <a:dk2>
        <a:srgbClr val="1F2925"/>
      </a:dk2>
      <a:lt2>
        <a:srgbClr val="EEF1EC"/>
      </a:lt2>
      <a:accent1>
        <a:srgbClr val="2F6F8F"/>
      </a:accent1>
      <a:accent2>
        <a:srgbClr val="4B8F78"/>
      </a:accent2>
      <a:accent3>
        <a:srgbClr val="C18B36"/>
      </a:accent3>
      <a:accent4>
        <a:srgbClr val="B85C4A"/>
      </a:accent4>
      <a:accent5>
        <a:srgbClr val="75689B"/>
      </a:accent5>
      <a:accent6>
        <a:srgbClr val="6C8063"/>
      </a:accent6>
      <a:hlink>
        <a:srgbClr val="2F6F8F"/>
      </a:hlink>
      <a:folHlink>
        <a:srgbClr val="75689B"/>
      </a:folHlink>
    </a:clrScheme>
    <a:fontScheme name="Office">
      <a:majorFont>
        <a:latin typeface="Calibri Light"/>
        <a:ea typeface="Calibri Light"/>
        <a:cs typeface="Calibri Light"/>
      </a:majorFont>
      <a:minorFont>
        <a:latin typeface="Calibri"/>
        <a:ea typeface="Calibri"/>
        <a:cs typeface="Calibri"/>
      </a:minorFont>
    </a:fontScheme>
    <a:fmtScheme name="Open Agronom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2026-08-12T15:03:48.3250000Z</dcterms:created>
  <dcterms:modified xsi:type="dcterms:W3CDTF">2026-08-12T15:03:48.3250000Z</dcterms:modified>
</coreProperties>
</file>